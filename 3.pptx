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05" r:id="rId1"/>
  </p:sldMasterIdLst>
  <p:notesMasterIdLst>
    <p:notesMasterId r:id="rId20"/>
  </p:notesMasterIdLst>
  <p:sldIdLst>
    <p:sldId id="268" r:id="rId2"/>
    <p:sldId id="269" r:id="rId3"/>
    <p:sldId id="270" r:id="rId4"/>
    <p:sldId id="271" r:id="rId5"/>
    <p:sldId id="272" r:id="rId6"/>
    <p:sldId id="257" r:id="rId7"/>
    <p:sldId id="258" r:id="rId8"/>
    <p:sldId id="259" r:id="rId9"/>
    <p:sldId id="261" r:id="rId10"/>
    <p:sldId id="260" r:id="rId11"/>
    <p:sldId id="273" r:id="rId12"/>
    <p:sldId id="274" r:id="rId13"/>
    <p:sldId id="263" r:id="rId14"/>
    <p:sldId id="264" r:id="rId15"/>
    <p:sldId id="275" r:id="rId16"/>
    <p:sldId id="276" r:id="rId17"/>
    <p:sldId id="277" r:id="rId18"/>
    <p:sldId id="26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29" autoAdjust="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AD7E2E-FA39-4486-A5D8-9289910985B8}" type="doc">
      <dgm:prSet loTypeId="urn:microsoft.com/office/officeart/2005/8/layout/radial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30E939E-10E0-4496-803A-B0D8F6F2540B}">
      <dgm:prSet/>
      <dgm:spPr/>
      <dgm:t>
        <a:bodyPr/>
        <a:lstStyle/>
        <a:p>
          <a:r>
            <a:rPr lang="en-IN"/>
            <a:t>Success:</a:t>
          </a:r>
        </a:p>
      </dgm:t>
    </dgm:pt>
    <dgm:pt modelId="{AC7A6EA5-1730-454A-A8CA-5F2D744D3456}" type="parTrans" cxnId="{735B8310-B3DC-4363-8E8B-90D0A8E9E3C6}">
      <dgm:prSet/>
      <dgm:spPr/>
      <dgm:t>
        <a:bodyPr/>
        <a:lstStyle/>
        <a:p>
          <a:endParaRPr lang="en-IN"/>
        </a:p>
      </dgm:t>
    </dgm:pt>
    <dgm:pt modelId="{DD4D9DC4-D774-48CB-B007-75FEA0F0D27A}" type="sibTrans" cxnId="{735B8310-B3DC-4363-8E8B-90D0A8E9E3C6}">
      <dgm:prSet/>
      <dgm:spPr/>
      <dgm:t>
        <a:bodyPr/>
        <a:lstStyle/>
        <a:p>
          <a:endParaRPr lang="en-IN"/>
        </a:p>
      </dgm:t>
    </dgm:pt>
    <dgm:pt modelId="{8EB40634-63CB-4849-BFA9-B4DFACF12CCC}">
      <dgm:prSet/>
      <dgm:spPr/>
      <dgm:t>
        <a:bodyPr/>
        <a:lstStyle/>
        <a:p>
          <a:r>
            <a:rPr lang="en-IN" dirty="0"/>
            <a:t>personal talents</a:t>
          </a:r>
        </a:p>
      </dgm:t>
    </dgm:pt>
    <dgm:pt modelId="{4BD3ADBB-0218-4E64-9147-4DC98654A8BF}" type="parTrans" cxnId="{1D9A3B79-3C5D-411C-8FD4-F6E5C70FB669}">
      <dgm:prSet/>
      <dgm:spPr/>
      <dgm:t>
        <a:bodyPr/>
        <a:lstStyle/>
        <a:p>
          <a:endParaRPr lang="en-IN"/>
        </a:p>
      </dgm:t>
    </dgm:pt>
    <dgm:pt modelId="{ADE60B0E-0E05-4FB5-8BF3-9F58F0B3BF76}" type="sibTrans" cxnId="{1D9A3B79-3C5D-411C-8FD4-F6E5C70FB669}">
      <dgm:prSet/>
      <dgm:spPr/>
      <dgm:t>
        <a:bodyPr/>
        <a:lstStyle/>
        <a:p>
          <a:endParaRPr lang="en-IN"/>
        </a:p>
      </dgm:t>
    </dgm:pt>
    <dgm:pt modelId="{20B2D2EF-07EE-4401-AC57-1AD879B8868C}">
      <dgm:prSet/>
      <dgm:spPr/>
      <dgm:t>
        <a:bodyPr/>
        <a:lstStyle/>
        <a:p>
          <a:r>
            <a:rPr lang="en-IN"/>
            <a:t>Strengths </a:t>
          </a:r>
        </a:p>
      </dgm:t>
    </dgm:pt>
    <dgm:pt modelId="{7A5578E1-D35C-45C7-A49D-47590225A76B}" type="parTrans" cxnId="{AC9141C0-49DD-4CFD-B14A-915562DBC88B}">
      <dgm:prSet/>
      <dgm:spPr/>
      <dgm:t>
        <a:bodyPr/>
        <a:lstStyle/>
        <a:p>
          <a:endParaRPr lang="en-IN"/>
        </a:p>
      </dgm:t>
    </dgm:pt>
    <dgm:pt modelId="{F24AD22E-0590-487C-A567-3A90DD0D52D7}" type="sibTrans" cxnId="{AC9141C0-49DD-4CFD-B14A-915562DBC88B}">
      <dgm:prSet/>
      <dgm:spPr/>
      <dgm:t>
        <a:bodyPr/>
        <a:lstStyle/>
        <a:p>
          <a:endParaRPr lang="en-IN"/>
        </a:p>
      </dgm:t>
    </dgm:pt>
    <dgm:pt modelId="{3AA5D17F-CCEF-464E-9F55-318FFC92D501}">
      <dgm:prSet/>
      <dgm:spPr/>
      <dgm:t>
        <a:bodyPr/>
        <a:lstStyle/>
        <a:p>
          <a:r>
            <a:rPr lang="en-IN"/>
            <a:t>Analytical intelligence </a:t>
          </a:r>
        </a:p>
      </dgm:t>
    </dgm:pt>
    <dgm:pt modelId="{41A9FF4D-FF07-4B08-8EBF-90747E1324EC}" type="parTrans" cxnId="{961C6A92-EC5E-4BF1-8E3F-51817236DCEF}">
      <dgm:prSet/>
      <dgm:spPr/>
      <dgm:t>
        <a:bodyPr/>
        <a:lstStyle/>
        <a:p>
          <a:endParaRPr lang="en-IN"/>
        </a:p>
      </dgm:t>
    </dgm:pt>
    <dgm:pt modelId="{29DFCB7A-280A-45AD-9AA6-900E9CBCC78C}" type="sibTrans" cxnId="{961C6A92-EC5E-4BF1-8E3F-51817236DCEF}">
      <dgm:prSet/>
      <dgm:spPr/>
      <dgm:t>
        <a:bodyPr/>
        <a:lstStyle/>
        <a:p>
          <a:endParaRPr lang="en-IN"/>
        </a:p>
      </dgm:t>
    </dgm:pt>
    <dgm:pt modelId="{67F36F11-6FB5-4A2A-B87F-921464607459}" type="pres">
      <dgm:prSet presAssocID="{CCAD7E2E-FA39-4486-A5D8-9289910985B8}" presName="composite" presStyleCnt="0">
        <dgm:presLayoutVars>
          <dgm:chMax val="1"/>
          <dgm:dir/>
          <dgm:resizeHandles val="exact"/>
        </dgm:presLayoutVars>
      </dgm:prSet>
      <dgm:spPr/>
    </dgm:pt>
    <dgm:pt modelId="{C60F17A5-737C-4BE5-A28E-CB4C7C25BADB}" type="pres">
      <dgm:prSet presAssocID="{CCAD7E2E-FA39-4486-A5D8-9289910985B8}" presName="radial" presStyleCnt="0">
        <dgm:presLayoutVars>
          <dgm:animLvl val="ctr"/>
        </dgm:presLayoutVars>
      </dgm:prSet>
      <dgm:spPr/>
    </dgm:pt>
    <dgm:pt modelId="{C7C38C86-EE0F-4E0E-BC65-DEAE2E475775}" type="pres">
      <dgm:prSet presAssocID="{730E939E-10E0-4496-803A-B0D8F6F2540B}" presName="centerShape" presStyleLbl="vennNode1" presStyleIdx="0" presStyleCnt="4"/>
      <dgm:spPr/>
    </dgm:pt>
    <dgm:pt modelId="{463FBF58-794D-4978-BD2D-0EE426E9C708}" type="pres">
      <dgm:prSet presAssocID="{8EB40634-63CB-4849-BFA9-B4DFACF12CCC}" presName="node" presStyleLbl="vennNode1" presStyleIdx="1" presStyleCnt="4">
        <dgm:presLayoutVars>
          <dgm:bulletEnabled val="1"/>
        </dgm:presLayoutVars>
      </dgm:prSet>
      <dgm:spPr/>
    </dgm:pt>
    <dgm:pt modelId="{0A7764FF-AEF0-4F25-BC72-10569EF84AE0}" type="pres">
      <dgm:prSet presAssocID="{20B2D2EF-07EE-4401-AC57-1AD879B8868C}" presName="node" presStyleLbl="vennNode1" presStyleIdx="2" presStyleCnt="4">
        <dgm:presLayoutVars>
          <dgm:bulletEnabled val="1"/>
        </dgm:presLayoutVars>
      </dgm:prSet>
      <dgm:spPr/>
    </dgm:pt>
    <dgm:pt modelId="{1581DCE9-8D9E-466C-BD90-37E08EDE8B01}" type="pres">
      <dgm:prSet presAssocID="{3AA5D17F-CCEF-464E-9F55-318FFC92D501}" presName="node" presStyleLbl="vennNode1" presStyleIdx="3" presStyleCnt="4">
        <dgm:presLayoutVars>
          <dgm:bulletEnabled val="1"/>
        </dgm:presLayoutVars>
      </dgm:prSet>
      <dgm:spPr/>
    </dgm:pt>
  </dgm:ptLst>
  <dgm:cxnLst>
    <dgm:cxn modelId="{735B8310-B3DC-4363-8E8B-90D0A8E9E3C6}" srcId="{CCAD7E2E-FA39-4486-A5D8-9289910985B8}" destId="{730E939E-10E0-4496-803A-B0D8F6F2540B}" srcOrd="0" destOrd="0" parTransId="{AC7A6EA5-1730-454A-A8CA-5F2D744D3456}" sibTransId="{DD4D9DC4-D774-48CB-B007-75FEA0F0D27A}"/>
    <dgm:cxn modelId="{ECF0BB18-2AE6-4C69-9842-ACAAD1AEE7D1}" type="presOf" srcId="{8EB40634-63CB-4849-BFA9-B4DFACF12CCC}" destId="{463FBF58-794D-4978-BD2D-0EE426E9C708}" srcOrd="0" destOrd="0" presId="urn:microsoft.com/office/officeart/2005/8/layout/radial3"/>
    <dgm:cxn modelId="{BD050163-1E16-4749-A022-7020A1BAAB3E}" type="presOf" srcId="{CCAD7E2E-FA39-4486-A5D8-9289910985B8}" destId="{67F36F11-6FB5-4A2A-B87F-921464607459}" srcOrd="0" destOrd="0" presId="urn:microsoft.com/office/officeart/2005/8/layout/radial3"/>
    <dgm:cxn modelId="{1D9A3B79-3C5D-411C-8FD4-F6E5C70FB669}" srcId="{730E939E-10E0-4496-803A-B0D8F6F2540B}" destId="{8EB40634-63CB-4849-BFA9-B4DFACF12CCC}" srcOrd="0" destOrd="0" parTransId="{4BD3ADBB-0218-4E64-9147-4DC98654A8BF}" sibTransId="{ADE60B0E-0E05-4FB5-8BF3-9F58F0B3BF76}"/>
    <dgm:cxn modelId="{961C6A92-EC5E-4BF1-8E3F-51817236DCEF}" srcId="{730E939E-10E0-4496-803A-B0D8F6F2540B}" destId="{3AA5D17F-CCEF-464E-9F55-318FFC92D501}" srcOrd="2" destOrd="0" parTransId="{41A9FF4D-FF07-4B08-8EBF-90747E1324EC}" sibTransId="{29DFCB7A-280A-45AD-9AA6-900E9CBCC78C}"/>
    <dgm:cxn modelId="{96C7D5AC-8576-40ED-97A7-2E29633A7CF0}" type="presOf" srcId="{3AA5D17F-CCEF-464E-9F55-318FFC92D501}" destId="{1581DCE9-8D9E-466C-BD90-37E08EDE8B01}" srcOrd="0" destOrd="0" presId="urn:microsoft.com/office/officeart/2005/8/layout/radial3"/>
    <dgm:cxn modelId="{DD58BEBB-EF14-4E6B-B2A5-3E382D2B742D}" type="presOf" srcId="{730E939E-10E0-4496-803A-B0D8F6F2540B}" destId="{C7C38C86-EE0F-4E0E-BC65-DEAE2E475775}" srcOrd="0" destOrd="0" presId="urn:microsoft.com/office/officeart/2005/8/layout/radial3"/>
    <dgm:cxn modelId="{AC9141C0-49DD-4CFD-B14A-915562DBC88B}" srcId="{730E939E-10E0-4496-803A-B0D8F6F2540B}" destId="{20B2D2EF-07EE-4401-AC57-1AD879B8868C}" srcOrd="1" destOrd="0" parTransId="{7A5578E1-D35C-45C7-A49D-47590225A76B}" sibTransId="{F24AD22E-0590-487C-A567-3A90DD0D52D7}"/>
    <dgm:cxn modelId="{24C813D2-3CE1-4D64-A770-CE215ACCCA83}" type="presOf" srcId="{20B2D2EF-07EE-4401-AC57-1AD879B8868C}" destId="{0A7764FF-AEF0-4F25-BC72-10569EF84AE0}" srcOrd="0" destOrd="0" presId="urn:microsoft.com/office/officeart/2005/8/layout/radial3"/>
    <dgm:cxn modelId="{319157F0-40B5-4914-AF41-AF0C6C747DF3}" type="presParOf" srcId="{67F36F11-6FB5-4A2A-B87F-921464607459}" destId="{C60F17A5-737C-4BE5-A28E-CB4C7C25BADB}" srcOrd="0" destOrd="0" presId="urn:microsoft.com/office/officeart/2005/8/layout/radial3"/>
    <dgm:cxn modelId="{C8CC7517-144A-420E-825C-70839D92C87D}" type="presParOf" srcId="{C60F17A5-737C-4BE5-A28E-CB4C7C25BADB}" destId="{C7C38C86-EE0F-4E0E-BC65-DEAE2E475775}" srcOrd="0" destOrd="0" presId="urn:microsoft.com/office/officeart/2005/8/layout/radial3"/>
    <dgm:cxn modelId="{8FB3CA23-452B-426F-9C13-2052CED6EE1E}" type="presParOf" srcId="{C60F17A5-737C-4BE5-A28E-CB4C7C25BADB}" destId="{463FBF58-794D-4978-BD2D-0EE426E9C708}" srcOrd="1" destOrd="0" presId="urn:microsoft.com/office/officeart/2005/8/layout/radial3"/>
    <dgm:cxn modelId="{53FEBBA0-7C6F-4172-9CF3-40D9EDFBB6F4}" type="presParOf" srcId="{C60F17A5-737C-4BE5-A28E-CB4C7C25BADB}" destId="{0A7764FF-AEF0-4F25-BC72-10569EF84AE0}" srcOrd="2" destOrd="0" presId="urn:microsoft.com/office/officeart/2005/8/layout/radial3"/>
    <dgm:cxn modelId="{147AF4BF-E0A7-4538-B932-F5CCCAAA332C}" type="presParOf" srcId="{C60F17A5-737C-4BE5-A28E-CB4C7C25BADB}" destId="{1581DCE9-8D9E-466C-BD90-37E08EDE8B01}" srcOrd="3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A3B3A1-7010-42F9-886E-8857235DE0F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973F0B8-2486-4636-938C-0C669A8488AC}">
      <dgm:prSet/>
      <dgm:spPr/>
      <dgm:t>
        <a:bodyPr/>
        <a:lstStyle/>
        <a:p>
          <a:r>
            <a:rPr lang="en-US" b="0" i="0"/>
            <a:t>Executing: </a:t>
          </a:r>
          <a:endParaRPr lang="en-IN"/>
        </a:p>
      </dgm:t>
    </dgm:pt>
    <dgm:pt modelId="{BC973DF5-415B-4CDE-BC96-51BDD4D8EC8F}" type="parTrans" cxnId="{D10C4200-423D-4B67-909F-F602757937CE}">
      <dgm:prSet/>
      <dgm:spPr/>
      <dgm:t>
        <a:bodyPr/>
        <a:lstStyle/>
        <a:p>
          <a:endParaRPr lang="en-IN"/>
        </a:p>
      </dgm:t>
    </dgm:pt>
    <dgm:pt modelId="{8FE184CE-B5F3-49E4-8B52-6460915825CD}" type="sibTrans" cxnId="{D10C4200-423D-4B67-909F-F602757937CE}">
      <dgm:prSet/>
      <dgm:spPr/>
      <dgm:t>
        <a:bodyPr/>
        <a:lstStyle/>
        <a:p>
          <a:endParaRPr lang="en-IN"/>
        </a:p>
      </dgm:t>
    </dgm:pt>
    <dgm:pt modelId="{EC41B0F5-8031-4A6D-984D-F8D1558DE4F9}">
      <dgm:prSet/>
      <dgm:spPr/>
      <dgm:t>
        <a:bodyPr/>
        <a:lstStyle/>
        <a:p>
          <a:r>
            <a:rPr lang="en-US" b="0" i="0" dirty="0"/>
            <a:t>How do you make things happen?" These strengths may help you turn ideas into reality.</a:t>
          </a:r>
          <a:endParaRPr lang="en-IN" dirty="0"/>
        </a:p>
      </dgm:t>
    </dgm:pt>
    <dgm:pt modelId="{233965D3-2B91-449E-84C3-D741877B8B2F}" type="parTrans" cxnId="{89D8F92E-3654-4672-9F8B-039DD92AF2C5}">
      <dgm:prSet/>
      <dgm:spPr/>
      <dgm:t>
        <a:bodyPr/>
        <a:lstStyle/>
        <a:p>
          <a:endParaRPr lang="en-IN"/>
        </a:p>
      </dgm:t>
    </dgm:pt>
    <dgm:pt modelId="{9EB85A0E-2799-4357-9469-713CE871E743}" type="sibTrans" cxnId="{89D8F92E-3654-4672-9F8B-039DD92AF2C5}">
      <dgm:prSet/>
      <dgm:spPr/>
      <dgm:t>
        <a:bodyPr/>
        <a:lstStyle/>
        <a:p>
          <a:endParaRPr lang="en-IN"/>
        </a:p>
      </dgm:t>
    </dgm:pt>
    <dgm:pt modelId="{4FA2419A-430B-4831-957D-B01A66826F36}">
      <dgm:prSet/>
      <dgm:spPr/>
      <dgm:t>
        <a:bodyPr/>
        <a:lstStyle/>
        <a:p>
          <a:r>
            <a:rPr lang="en-US"/>
            <a:t>Influencing: </a:t>
          </a:r>
          <a:endParaRPr lang="en-IN"/>
        </a:p>
      </dgm:t>
    </dgm:pt>
    <dgm:pt modelId="{0B3504D0-7BF9-4D85-AC47-24A09038E8BE}" type="parTrans" cxnId="{D17A0B19-409F-479F-8F78-9817CA04E0CD}">
      <dgm:prSet/>
      <dgm:spPr/>
      <dgm:t>
        <a:bodyPr/>
        <a:lstStyle/>
        <a:p>
          <a:endParaRPr lang="en-IN"/>
        </a:p>
      </dgm:t>
    </dgm:pt>
    <dgm:pt modelId="{DE03275A-A4FF-4672-9FFD-C2C643D41764}" type="sibTrans" cxnId="{D17A0B19-409F-479F-8F78-9817CA04E0CD}">
      <dgm:prSet/>
      <dgm:spPr/>
      <dgm:t>
        <a:bodyPr/>
        <a:lstStyle/>
        <a:p>
          <a:endParaRPr lang="en-IN"/>
        </a:p>
      </dgm:t>
    </dgm:pt>
    <dgm:pt modelId="{D9642F71-8159-48B4-9F3B-7885BF13AE7C}">
      <dgm:prSet/>
      <dgm:spPr/>
      <dgm:t>
        <a:bodyPr/>
        <a:lstStyle/>
        <a:p>
          <a:r>
            <a:rPr lang="en-US" b="0" i="0" dirty="0"/>
            <a:t>How do you influence others?" They may help you take charge, speak up and make sure others are heard.</a:t>
          </a:r>
          <a:endParaRPr lang="en-IN" dirty="0"/>
        </a:p>
      </dgm:t>
    </dgm:pt>
    <dgm:pt modelId="{8514DD7E-B1FF-4FB2-8567-4073518DA6A6}" type="parTrans" cxnId="{41B9DC93-C4F9-43A6-A798-1405036E8E69}">
      <dgm:prSet/>
      <dgm:spPr/>
      <dgm:t>
        <a:bodyPr/>
        <a:lstStyle/>
        <a:p>
          <a:endParaRPr lang="en-IN"/>
        </a:p>
      </dgm:t>
    </dgm:pt>
    <dgm:pt modelId="{17F77246-DC21-4CE0-961F-614D7E8E1F34}" type="sibTrans" cxnId="{41B9DC93-C4F9-43A6-A798-1405036E8E69}">
      <dgm:prSet/>
      <dgm:spPr/>
      <dgm:t>
        <a:bodyPr/>
        <a:lstStyle/>
        <a:p>
          <a:endParaRPr lang="en-IN"/>
        </a:p>
      </dgm:t>
    </dgm:pt>
    <dgm:pt modelId="{E2A19B2C-B2CF-482E-BDCE-E24095E49F0C}">
      <dgm:prSet/>
      <dgm:spPr/>
      <dgm:t>
        <a:bodyPr/>
        <a:lstStyle/>
        <a:p>
          <a:r>
            <a:rPr lang="en-US"/>
            <a:t>Relationship building: </a:t>
          </a:r>
          <a:endParaRPr lang="en-IN"/>
        </a:p>
      </dgm:t>
    </dgm:pt>
    <dgm:pt modelId="{C5FCE11C-9B3F-4603-9F7F-3F0EACA317D7}" type="parTrans" cxnId="{9F4D2E95-4435-4A06-96C5-6243F2CC7714}">
      <dgm:prSet/>
      <dgm:spPr/>
      <dgm:t>
        <a:bodyPr/>
        <a:lstStyle/>
        <a:p>
          <a:endParaRPr lang="en-IN"/>
        </a:p>
      </dgm:t>
    </dgm:pt>
    <dgm:pt modelId="{A719B0C5-B4B1-4C22-AE0C-E38EBDC02CD9}" type="sibTrans" cxnId="{9F4D2E95-4435-4A06-96C5-6243F2CC7714}">
      <dgm:prSet/>
      <dgm:spPr/>
      <dgm:t>
        <a:bodyPr/>
        <a:lstStyle/>
        <a:p>
          <a:endParaRPr lang="en-IN"/>
        </a:p>
      </dgm:t>
    </dgm:pt>
    <dgm:pt modelId="{CC01512B-4D90-451D-A4D4-1F03684EE484}">
      <dgm:prSet/>
      <dgm:spPr/>
      <dgm:t>
        <a:bodyPr/>
        <a:lstStyle/>
        <a:p>
          <a:r>
            <a:rPr lang="en-US"/>
            <a:t>How do you build and nurture strong relationships?" They may help you hold a team together.</a:t>
          </a:r>
          <a:endParaRPr lang="en-IN"/>
        </a:p>
      </dgm:t>
    </dgm:pt>
    <dgm:pt modelId="{59114CA5-7927-41F4-A1FB-00B4EB48BF6B}" type="parTrans" cxnId="{5928ADFA-C130-4B7D-804A-AC9D712E08E2}">
      <dgm:prSet/>
      <dgm:spPr/>
      <dgm:t>
        <a:bodyPr/>
        <a:lstStyle/>
        <a:p>
          <a:endParaRPr lang="en-IN"/>
        </a:p>
      </dgm:t>
    </dgm:pt>
    <dgm:pt modelId="{58C51925-6D39-4E64-8F84-B30936698C80}" type="sibTrans" cxnId="{5928ADFA-C130-4B7D-804A-AC9D712E08E2}">
      <dgm:prSet/>
      <dgm:spPr/>
      <dgm:t>
        <a:bodyPr/>
        <a:lstStyle/>
        <a:p>
          <a:endParaRPr lang="en-IN"/>
        </a:p>
      </dgm:t>
    </dgm:pt>
    <dgm:pt modelId="{53B419DC-E3FE-48A7-A17D-DF98A265D75E}">
      <dgm:prSet/>
      <dgm:spPr/>
      <dgm:t>
        <a:bodyPr/>
        <a:lstStyle/>
        <a:p>
          <a:r>
            <a:rPr lang="en-US"/>
            <a:t>Strategic thinking domain:</a:t>
          </a:r>
          <a:endParaRPr lang="en-IN"/>
        </a:p>
      </dgm:t>
    </dgm:pt>
    <dgm:pt modelId="{18F5148E-AF61-4E1A-95FD-DBE4326D00FD}" type="parTrans" cxnId="{CDCC2156-08BF-4CF9-BA13-78438C5749C4}">
      <dgm:prSet/>
      <dgm:spPr/>
      <dgm:t>
        <a:bodyPr/>
        <a:lstStyle/>
        <a:p>
          <a:endParaRPr lang="en-IN"/>
        </a:p>
      </dgm:t>
    </dgm:pt>
    <dgm:pt modelId="{5256DCB3-00C8-405D-B831-BDA466B9C390}" type="sibTrans" cxnId="{CDCC2156-08BF-4CF9-BA13-78438C5749C4}">
      <dgm:prSet/>
      <dgm:spPr/>
      <dgm:t>
        <a:bodyPr/>
        <a:lstStyle/>
        <a:p>
          <a:endParaRPr lang="en-IN"/>
        </a:p>
      </dgm:t>
    </dgm:pt>
    <dgm:pt modelId="{344FB75D-9348-4502-8CA3-21455097AD5E}">
      <dgm:prSet/>
      <dgm:spPr/>
      <dgm:t>
        <a:bodyPr/>
        <a:lstStyle/>
        <a:p>
          <a:r>
            <a:rPr lang="en-US"/>
            <a:t>How do you absorb, think about and analyze information and situations?" They may help you make better decisions and create better outcomes.</a:t>
          </a:r>
          <a:endParaRPr lang="en-IN"/>
        </a:p>
      </dgm:t>
    </dgm:pt>
    <dgm:pt modelId="{8DBA53E7-D33B-4E70-9007-1D4146A0D60B}" type="parTrans" cxnId="{FDBA84E8-10D1-4C11-9AB1-F981114087CE}">
      <dgm:prSet/>
      <dgm:spPr/>
      <dgm:t>
        <a:bodyPr/>
        <a:lstStyle/>
        <a:p>
          <a:endParaRPr lang="en-IN"/>
        </a:p>
      </dgm:t>
    </dgm:pt>
    <dgm:pt modelId="{988D7406-5948-4521-AE56-8736E09D414A}" type="sibTrans" cxnId="{FDBA84E8-10D1-4C11-9AB1-F981114087CE}">
      <dgm:prSet/>
      <dgm:spPr/>
      <dgm:t>
        <a:bodyPr/>
        <a:lstStyle/>
        <a:p>
          <a:endParaRPr lang="en-IN"/>
        </a:p>
      </dgm:t>
    </dgm:pt>
    <dgm:pt modelId="{2D3A3D8E-9F98-4806-9336-7819B0426B2A}" type="pres">
      <dgm:prSet presAssocID="{58A3B3A1-7010-42F9-886E-8857235DE0F5}" presName="Name0" presStyleCnt="0">
        <dgm:presLayoutVars>
          <dgm:dir/>
          <dgm:animLvl val="lvl"/>
          <dgm:resizeHandles val="exact"/>
        </dgm:presLayoutVars>
      </dgm:prSet>
      <dgm:spPr/>
    </dgm:pt>
    <dgm:pt modelId="{ABC5B165-D3DD-4146-AFDA-F06C1FD98F8A}" type="pres">
      <dgm:prSet presAssocID="{D973F0B8-2486-4636-938C-0C669A8488AC}" presName="linNode" presStyleCnt="0"/>
      <dgm:spPr/>
    </dgm:pt>
    <dgm:pt modelId="{65173514-A914-4EC4-88C3-E06720257F59}" type="pres">
      <dgm:prSet presAssocID="{D973F0B8-2486-4636-938C-0C669A8488AC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F24C8931-AB7E-446D-9E4D-A532775AFDDF}" type="pres">
      <dgm:prSet presAssocID="{D973F0B8-2486-4636-938C-0C669A8488AC}" presName="descendantText" presStyleLbl="alignAccFollowNode1" presStyleIdx="0" presStyleCnt="4">
        <dgm:presLayoutVars>
          <dgm:bulletEnabled val="1"/>
        </dgm:presLayoutVars>
      </dgm:prSet>
      <dgm:spPr/>
    </dgm:pt>
    <dgm:pt modelId="{7CFCE712-1B69-4DF8-902C-D6E96C15B70F}" type="pres">
      <dgm:prSet presAssocID="{8FE184CE-B5F3-49E4-8B52-6460915825CD}" presName="sp" presStyleCnt="0"/>
      <dgm:spPr/>
    </dgm:pt>
    <dgm:pt modelId="{09815364-C11A-4B45-A135-6617E8494DCA}" type="pres">
      <dgm:prSet presAssocID="{4FA2419A-430B-4831-957D-B01A66826F36}" presName="linNode" presStyleCnt="0"/>
      <dgm:spPr/>
    </dgm:pt>
    <dgm:pt modelId="{9262E63D-DE57-415A-8A2F-BC4DCEEC1C6F}" type="pres">
      <dgm:prSet presAssocID="{4FA2419A-430B-4831-957D-B01A66826F36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4870AE95-EF7C-423F-92A8-B15B992E7BC8}" type="pres">
      <dgm:prSet presAssocID="{4FA2419A-430B-4831-957D-B01A66826F36}" presName="descendantText" presStyleLbl="alignAccFollowNode1" presStyleIdx="1" presStyleCnt="4">
        <dgm:presLayoutVars>
          <dgm:bulletEnabled val="1"/>
        </dgm:presLayoutVars>
      </dgm:prSet>
      <dgm:spPr/>
    </dgm:pt>
    <dgm:pt modelId="{BE8D419B-A9BA-478B-A3BA-F49642C863EC}" type="pres">
      <dgm:prSet presAssocID="{DE03275A-A4FF-4672-9FFD-C2C643D41764}" presName="sp" presStyleCnt="0"/>
      <dgm:spPr/>
    </dgm:pt>
    <dgm:pt modelId="{37EDD920-B510-4CEA-B053-86103C85D3FA}" type="pres">
      <dgm:prSet presAssocID="{E2A19B2C-B2CF-482E-BDCE-E24095E49F0C}" presName="linNode" presStyleCnt="0"/>
      <dgm:spPr/>
    </dgm:pt>
    <dgm:pt modelId="{324A870B-CD22-4B47-B68B-7C0577F5FB8F}" type="pres">
      <dgm:prSet presAssocID="{E2A19B2C-B2CF-482E-BDCE-E24095E49F0C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F30AE220-E938-4DF9-A7DD-E8F54D973A3B}" type="pres">
      <dgm:prSet presAssocID="{E2A19B2C-B2CF-482E-BDCE-E24095E49F0C}" presName="descendantText" presStyleLbl="alignAccFollowNode1" presStyleIdx="2" presStyleCnt="4">
        <dgm:presLayoutVars>
          <dgm:bulletEnabled val="1"/>
        </dgm:presLayoutVars>
      </dgm:prSet>
      <dgm:spPr/>
    </dgm:pt>
    <dgm:pt modelId="{A32E5424-D896-4AE3-B2D5-66796E4D6914}" type="pres">
      <dgm:prSet presAssocID="{A719B0C5-B4B1-4C22-AE0C-E38EBDC02CD9}" presName="sp" presStyleCnt="0"/>
      <dgm:spPr/>
    </dgm:pt>
    <dgm:pt modelId="{47A437A8-216C-46BA-B886-BB88B6DD8B6C}" type="pres">
      <dgm:prSet presAssocID="{53B419DC-E3FE-48A7-A17D-DF98A265D75E}" presName="linNode" presStyleCnt="0"/>
      <dgm:spPr/>
    </dgm:pt>
    <dgm:pt modelId="{65E8ABEF-3816-4AB0-BD8C-440281127EBB}" type="pres">
      <dgm:prSet presAssocID="{53B419DC-E3FE-48A7-A17D-DF98A265D75E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C1B25F2D-E586-4F8C-B411-E8CF42E4409E}" type="pres">
      <dgm:prSet presAssocID="{53B419DC-E3FE-48A7-A17D-DF98A265D75E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D10C4200-423D-4B67-909F-F602757937CE}" srcId="{58A3B3A1-7010-42F9-886E-8857235DE0F5}" destId="{D973F0B8-2486-4636-938C-0C669A8488AC}" srcOrd="0" destOrd="0" parTransId="{BC973DF5-415B-4CDE-BC96-51BDD4D8EC8F}" sibTransId="{8FE184CE-B5F3-49E4-8B52-6460915825CD}"/>
    <dgm:cxn modelId="{3A062C0E-7B29-47A0-BFB5-538B6959DACE}" type="presOf" srcId="{D9642F71-8159-48B4-9F3B-7885BF13AE7C}" destId="{4870AE95-EF7C-423F-92A8-B15B992E7BC8}" srcOrd="0" destOrd="0" presId="urn:microsoft.com/office/officeart/2005/8/layout/vList5"/>
    <dgm:cxn modelId="{D17A0B19-409F-479F-8F78-9817CA04E0CD}" srcId="{58A3B3A1-7010-42F9-886E-8857235DE0F5}" destId="{4FA2419A-430B-4831-957D-B01A66826F36}" srcOrd="1" destOrd="0" parTransId="{0B3504D0-7BF9-4D85-AC47-24A09038E8BE}" sibTransId="{DE03275A-A4FF-4672-9FFD-C2C643D41764}"/>
    <dgm:cxn modelId="{89D8F92E-3654-4672-9F8B-039DD92AF2C5}" srcId="{D973F0B8-2486-4636-938C-0C669A8488AC}" destId="{EC41B0F5-8031-4A6D-984D-F8D1558DE4F9}" srcOrd="0" destOrd="0" parTransId="{233965D3-2B91-449E-84C3-D741877B8B2F}" sibTransId="{9EB85A0E-2799-4357-9469-713CE871E743}"/>
    <dgm:cxn modelId="{FDE9ED40-C2FA-49C9-84E6-0F004E515487}" type="presOf" srcId="{EC41B0F5-8031-4A6D-984D-F8D1558DE4F9}" destId="{F24C8931-AB7E-446D-9E4D-A532775AFDDF}" srcOrd="0" destOrd="0" presId="urn:microsoft.com/office/officeart/2005/8/layout/vList5"/>
    <dgm:cxn modelId="{CDCC2156-08BF-4CF9-BA13-78438C5749C4}" srcId="{58A3B3A1-7010-42F9-886E-8857235DE0F5}" destId="{53B419DC-E3FE-48A7-A17D-DF98A265D75E}" srcOrd="3" destOrd="0" parTransId="{18F5148E-AF61-4E1A-95FD-DBE4326D00FD}" sibTransId="{5256DCB3-00C8-405D-B831-BDA466B9C390}"/>
    <dgm:cxn modelId="{EB459A87-76CD-4101-9AC3-68FDA960D3EA}" type="presOf" srcId="{58A3B3A1-7010-42F9-886E-8857235DE0F5}" destId="{2D3A3D8E-9F98-4806-9336-7819B0426B2A}" srcOrd="0" destOrd="0" presId="urn:microsoft.com/office/officeart/2005/8/layout/vList5"/>
    <dgm:cxn modelId="{41B9DC93-C4F9-43A6-A798-1405036E8E69}" srcId="{4FA2419A-430B-4831-957D-B01A66826F36}" destId="{D9642F71-8159-48B4-9F3B-7885BF13AE7C}" srcOrd="0" destOrd="0" parTransId="{8514DD7E-B1FF-4FB2-8567-4073518DA6A6}" sibTransId="{17F77246-DC21-4CE0-961F-614D7E8E1F34}"/>
    <dgm:cxn modelId="{9F4D2E95-4435-4A06-96C5-6243F2CC7714}" srcId="{58A3B3A1-7010-42F9-886E-8857235DE0F5}" destId="{E2A19B2C-B2CF-482E-BDCE-E24095E49F0C}" srcOrd="2" destOrd="0" parTransId="{C5FCE11C-9B3F-4603-9F7F-3F0EACA317D7}" sibTransId="{A719B0C5-B4B1-4C22-AE0C-E38EBDC02CD9}"/>
    <dgm:cxn modelId="{0733C8B0-7677-4262-9000-7725F4F39153}" type="presOf" srcId="{4FA2419A-430B-4831-957D-B01A66826F36}" destId="{9262E63D-DE57-415A-8A2F-BC4DCEEC1C6F}" srcOrd="0" destOrd="0" presId="urn:microsoft.com/office/officeart/2005/8/layout/vList5"/>
    <dgm:cxn modelId="{6AD652BA-CDD8-49FA-B1F0-CEAD8C0FB336}" type="presOf" srcId="{344FB75D-9348-4502-8CA3-21455097AD5E}" destId="{C1B25F2D-E586-4F8C-B411-E8CF42E4409E}" srcOrd="0" destOrd="0" presId="urn:microsoft.com/office/officeart/2005/8/layout/vList5"/>
    <dgm:cxn modelId="{28E324D6-33CB-4628-9582-1FD1E27FDD5D}" type="presOf" srcId="{53B419DC-E3FE-48A7-A17D-DF98A265D75E}" destId="{65E8ABEF-3816-4AB0-BD8C-440281127EBB}" srcOrd="0" destOrd="0" presId="urn:microsoft.com/office/officeart/2005/8/layout/vList5"/>
    <dgm:cxn modelId="{FDBA84E8-10D1-4C11-9AB1-F981114087CE}" srcId="{53B419DC-E3FE-48A7-A17D-DF98A265D75E}" destId="{344FB75D-9348-4502-8CA3-21455097AD5E}" srcOrd="0" destOrd="0" parTransId="{8DBA53E7-D33B-4E70-9007-1D4146A0D60B}" sibTransId="{988D7406-5948-4521-AE56-8736E09D414A}"/>
    <dgm:cxn modelId="{C146A5F6-3952-4FE7-A683-60B2938F57AA}" type="presOf" srcId="{D973F0B8-2486-4636-938C-0C669A8488AC}" destId="{65173514-A914-4EC4-88C3-E06720257F59}" srcOrd="0" destOrd="0" presId="urn:microsoft.com/office/officeart/2005/8/layout/vList5"/>
    <dgm:cxn modelId="{4532CDF6-44DC-4670-A873-F6837E11A78D}" type="presOf" srcId="{E2A19B2C-B2CF-482E-BDCE-E24095E49F0C}" destId="{324A870B-CD22-4B47-B68B-7C0577F5FB8F}" srcOrd="0" destOrd="0" presId="urn:microsoft.com/office/officeart/2005/8/layout/vList5"/>
    <dgm:cxn modelId="{0D6BE1F6-060A-4C65-A659-6DE97F90894A}" type="presOf" srcId="{CC01512B-4D90-451D-A4D4-1F03684EE484}" destId="{F30AE220-E938-4DF9-A7DD-E8F54D973A3B}" srcOrd="0" destOrd="0" presId="urn:microsoft.com/office/officeart/2005/8/layout/vList5"/>
    <dgm:cxn modelId="{5928ADFA-C130-4B7D-804A-AC9D712E08E2}" srcId="{E2A19B2C-B2CF-482E-BDCE-E24095E49F0C}" destId="{CC01512B-4D90-451D-A4D4-1F03684EE484}" srcOrd="0" destOrd="0" parTransId="{59114CA5-7927-41F4-A1FB-00B4EB48BF6B}" sibTransId="{58C51925-6D39-4E64-8F84-B30936698C80}"/>
    <dgm:cxn modelId="{65FD3E87-EDEF-4E1F-B40C-75AECEAB8781}" type="presParOf" srcId="{2D3A3D8E-9F98-4806-9336-7819B0426B2A}" destId="{ABC5B165-D3DD-4146-AFDA-F06C1FD98F8A}" srcOrd="0" destOrd="0" presId="urn:microsoft.com/office/officeart/2005/8/layout/vList5"/>
    <dgm:cxn modelId="{EFD05C94-48BE-44B7-BC42-CF7A7FFDE79F}" type="presParOf" srcId="{ABC5B165-D3DD-4146-AFDA-F06C1FD98F8A}" destId="{65173514-A914-4EC4-88C3-E06720257F59}" srcOrd="0" destOrd="0" presId="urn:microsoft.com/office/officeart/2005/8/layout/vList5"/>
    <dgm:cxn modelId="{5A03C916-FB07-4AD5-B490-6A1775FB42D9}" type="presParOf" srcId="{ABC5B165-D3DD-4146-AFDA-F06C1FD98F8A}" destId="{F24C8931-AB7E-446D-9E4D-A532775AFDDF}" srcOrd="1" destOrd="0" presId="urn:microsoft.com/office/officeart/2005/8/layout/vList5"/>
    <dgm:cxn modelId="{325CE096-5E01-438E-B3FB-B36F9C625FB0}" type="presParOf" srcId="{2D3A3D8E-9F98-4806-9336-7819B0426B2A}" destId="{7CFCE712-1B69-4DF8-902C-D6E96C15B70F}" srcOrd="1" destOrd="0" presId="urn:microsoft.com/office/officeart/2005/8/layout/vList5"/>
    <dgm:cxn modelId="{AC031081-EFCE-4DA3-B657-8B6863D4CC65}" type="presParOf" srcId="{2D3A3D8E-9F98-4806-9336-7819B0426B2A}" destId="{09815364-C11A-4B45-A135-6617E8494DCA}" srcOrd="2" destOrd="0" presId="urn:microsoft.com/office/officeart/2005/8/layout/vList5"/>
    <dgm:cxn modelId="{7D86456F-F4FD-4D32-8A12-34735E7D8493}" type="presParOf" srcId="{09815364-C11A-4B45-A135-6617E8494DCA}" destId="{9262E63D-DE57-415A-8A2F-BC4DCEEC1C6F}" srcOrd="0" destOrd="0" presId="urn:microsoft.com/office/officeart/2005/8/layout/vList5"/>
    <dgm:cxn modelId="{252F04D3-2F00-475B-9924-BCF1E8CB7603}" type="presParOf" srcId="{09815364-C11A-4B45-A135-6617E8494DCA}" destId="{4870AE95-EF7C-423F-92A8-B15B992E7BC8}" srcOrd="1" destOrd="0" presId="urn:microsoft.com/office/officeart/2005/8/layout/vList5"/>
    <dgm:cxn modelId="{FAB9FFD0-8654-4F07-98C9-EE193A3D532B}" type="presParOf" srcId="{2D3A3D8E-9F98-4806-9336-7819B0426B2A}" destId="{BE8D419B-A9BA-478B-A3BA-F49642C863EC}" srcOrd="3" destOrd="0" presId="urn:microsoft.com/office/officeart/2005/8/layout/vList5"/>
    <dgm:cxn modelId="{017E23D6-5925-40F1-A3B6-53575F2F0E37}" type="presParOf" srcId="{2D3A3D8E-9F98-4806-9336-7819B0426B2A}" destId="{37EDD920-B510-4CEA-B053-86103C85D3FA}" srcOrd="4" destOrd="0" presId="urn:microsoft.com/office/officeart/2005/8/layout/vList5"/>
    <dgm:cxn modelId="{EA38ED23-D51A-4F60-A43F-361E0FD17EFB}" type="presParOf" srcId="{37EDD920-B510-4CEA-B053-86103C85D3FA}" destId="{324A870B-CD22-4B47-B68B-7C0577F5FB8F}" srcOrd="0" destOrd="0" presId="urn:microsoft.com/office/officeart/2005/8/layout/vList5"/>
    <dgm:cxn modelId="{FAB8D9F1-6D55-42FB-B8C6-777586CACF17}" type="presParOf" srcId="{37EDD920-B510-4CEA-B053-86103C85D3FA}" destId="{F30AE220-E938-4DF9-A7DD-E8F54D973A3B}" srcOrd="1" destOrd="0" presId="urn:microsoft.com/office/officeart/2005/8/layout/vList5"/>
    <dgm:cxn modelId="{1EC023C2-D8C7-4454-BA96-40ED28AA115B}" type="presParOf" srcId="{2D3A3D8E-9F98-4806-9336-7819B0426B2A}" destId="{A32E5424-D896-4AE3-B2D5-66796E4D6914}" srcOrd="5" destOrd="0" presId="urn:microsoft.com/office/officeart/2005/8/layout/vList5"/>
    <dgm:cxn modelId="{689AC7DA-719D-4A06-8552-3B344BED512F}" type="presParOf" srcId="{2D3A3D8E-9F98-4806-9336-7819B0426B2A}" destId="{47A437A8-216C-46BA-B886-BB88B6DD8B6C}" srcOrd="6" destOrd="0" presId="urn:microsoft.com/office/officeart/2005/8/layout/vList5"/>
    <dgm:cxn modelId="{6F8CDB45-58CC-4B82-A912-2EDA62A553F3}" type="presParOf" srcId="{47A437A8-216C-46BA-B886-BB88B6DD8B6C}" destId="{65E8ABEF-3816-4AB0-BD8C-440281127EBB}" srcOrd="0" destOrd="0" presId="urn:microsoft.com/office/officeart/2005/8/layout/vList5"/>
    <dgm:cxn modelId="{5DAF9152-C880-4221-8335-6AD83D55B980}" type="presParOf" srcId="{47A437A8-216C-46BA-B886-BB88B6DD8B6C}" destId="{C1B25F2D-E586-4F8C-B411-E8CF42E4409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06FD0C-18E7-48F6-9E37-8CA59EE08A16}" type="doc">
      <dgm:prSet loTypeId="urn:microsoft.com/office/officeart/2008/layout/LinedLis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74E8BAD-69BF-4868-9645-B7F674AB2EAE}">
      <dgm:prSet/>
      <dgm:spPr/>
      <dgm:t>
        <a:bodyPr/>
        <a:lstStyle/>
        <a:p>
          <a:r>
            <a:rPr lang="en-IN" dirty="0"/>
            <a:t>Well- being</a:t>
          </a:r>
        </a:p>
      </dgm:t>
    </dgm:pt>
    <dgm:pt modelId="{155D670D-3787-4239-8CC2-5349469B015F}" type="parTrans" cxnId="{F56C1CE3-7CA6-48E2-8162-B93444C4717E}">
      <dgm:prSet/>
      <dgm:spPr/>
      <dgm:t>
        <a:bodyPr/>
        <a:lstStyle/>
        <a:p>
          <a:endParaRPr lang="en-IN"/>
        </a:p>
      </dgm:t>
    </dgm:pt>
    <dgm:pt modelId="{15415779-3F08-4FA5-B8A0-8AE3E7EAAC9E}" type="sibTrans" cxnId="{F56C1CE3-7CA6-48E2-8162-B93444C4717E}">
      <dgm:prSet/>
      <dgm:spPr/>
      <dgm:t>
        <a:bodyPr/>
        <a:lstStyle/>
        <a:p>
          <a:endParaRPr lang="en-IN"/>
        </a:p>
      </dgm:t>
    </dgm:pt>
    <dgm:pt modelId="{7D8D55CF-029D-446B-9D01-F1AD7C6D427F}">
      <dgm:prSet/>
      <dgm:spPr/>
      <dgm:t>
        <a:bodyPr/>
        <a:lstStyle/>
        <a:p>
          <a:r>
            <a:rPr lang="en-IN" dirty="0"/>
            <a:t>Happiness (spontaneous reflection of pleasant- unpleasant feelings in immediate experience)</a:t>
          </a:r>
        </a:p>
      </dgm:t>
    </dgm:pt>
    <dgm:pt modelId="{A8163773-F110-4DF6-AA71-8743491AD8C3}" type="parTrans" cxnId="{57E900A4-82C3-411D-93AE-E3889298918C}">
      <dgm:prSet/>
      <dgm:spPr/>
      <dgm:t>
        <a:bodyPr/>
        <a:lstStyle/>
        <a:p>
          <a:endParaRPr lang="en-IN"/>
        </a:p>
      </dgm:t>
    </dgm:pt>
    <dgm:pt modelId="{C6628ADE-DC0A-4DB1-BF01-ECCC042E82DF}" type="sibTrans" cxnId="{57E900A4-82C3-411D-93AE-E3889298918C}">
      <dgm:prSet/>
      <dgm:spPr/>
      <dgm:t>
        <a:bodyPr/>
        <a:lstStyle/>
        <a:p>
          <a:endParaRPr lang="en-IN"/>
        </a:p>
      </dgm:t>
    </dgm:pt>
    <dgm:pt modelId="{29FF2B51-B18F-4344-9BCE-A4DF126CAE56}">
      <dgm:prSet/>
      <dgm:spPr/>
      <dgm:t>
        <a:bodyPr/>
        <a:lstStyle/>
        <a:p>
          <a:r>
            <a:rPr lang="en-IN"/>
            <a:t>Realizing one’s potential</a:t>
          </a:r>
        </a:p>
      </dgm:t>
    </dgm:pt>
    <dgm:pt modelId="{9FB9F459-6196-4397-9D3F-343C7991957E}" type="parTrans" cxnId="{275D5723-000A-4DC6-8E18-6675C8E8A63F}">
      <dgm:prSet/>
      <dgm:spPr/>
      <dgm:t>
        <a:bodyPr/>
        <a:lstStyle/>
        <a:p>
          <a:endParaRPr lang="en-IN"/>
        </a:p>
      </dgm:t>
    </dgm:pt>
    <dgm:pt modelId="{7414EC3B-E097-4C98-A105-0A23CF27F887}" type="sibTrans" cxnId="{275D5723-000A-4DC6-8E18-6675C8E8A63F}">
      <dgm:prSet/>
      <dgm:spPr/>
      <dgm:t>
        <a:bodyPr/>
        <a:lstStyle/>
        <a:p>
          <a:endParaRPr lang="en-IN"/>
        </a:p>
      </dgm:t>
    </dgm:pt>
    <dgm:pt modelId="{E182F29C-8430-4F87-A663-9A6DAA4DE810}">
      <dgm:prSet/>
      <dgm:spPr/>
      <dgm:t>
        <a:bodyPr/>
        <a:lstStyle/>
        <a:p>
          <a:r>
            <a:rPr lang="en-IN"/>
            <a:t>Perusing the interests </a:t>
          </a:r>
        </a:p>
      </dgm:t>
    </dgm:pt>
    <dgm:pt modelId="{B5613C15-F89A-4FAA-90CC-12A2B2A5D51C}" type="parTrans" cxnId="{524DF92E-9200-4A18-B422-40C146979CC7}">
      <dgm:prSet/>
      <dgm:spPr/>
      <dgm:t>
        <a:bodyPr/>
        <a:lstStyle/>
        <a:p>
          <a:endParaRPr lang="en-IN"/>
        </a:p>
      </dgm:t>
    </dgm:pt>
    <dgm:pt modelId="{349B7B9C-A91A-4639-9C14-6936D03D5E93}" type="sibTrans" cxnId="{524DF92E-9200-4A18-B422-40C146979CC7}">
      <dgm:prSet/>
      <dgm:spPr/>
      <dgm:t>
        <a:bodyPr/>
        <a:lstStyle/>
        <a:p>
          <a:endParaRPr lang="en-IN"/>
        </a:p>
      </dgm:t>
    </dgm:pt>
    <dgm:pt modelId="{8DEC6F92-FF45-47BE-8341-F866554E70E0}">
      <dgm:prSet/>
      <dgm:spPr/>
      <dgm:t>
        <a:bodyPr/>
        <a:lstStyle/>
        <a:p>
          <a:r>
            <a:rPr lang="en-IN"/>
            <a:t>Nurturing others</a:t>
          </a:r>
        </a:p>
      </dgm:t>
    </dgm:pt>
    <dgm:pt modelId="{9D8F6737-E925-4A88-8CFB-EE0CA3017260}" type="parTrans" cxnId="{7520E5F1-FF98-4FAE-8D86-B5E0BB8AA3F4}">
      <dgm:prSet/>
      <dgm:spPr/>
      <dgm:t>
        <a:bodyPr/>
        <a:lstStyle/>
        <a:p>
          <a:endParaRPr lang="en-IN"/>
        </a:p>
      </dgm:t>
    </dgm:pt>
    <dgm:pt modelId="{F11255FA-7D21-4D32-BE99-C3A534A7DB78}" type="sibTrans" cxnId="{7520E5F1-FF98-4FAE-8D86-B5E0BB8AA3F4}">
      <dgm:prSet/>
      <dgm:spPr/>
      <dgm:t>
        <a:bodyPr/>
        <a:lstStyle/>
        <a:p>
          <a:endParaRPr lang="en-IN"/>
        </a:p>
      </dgm:t>
    </dgm:pt>
    <dgm:pt modelId="{5C0958A4-9F96-4102-9B51-C39404FAB6B2}">
      <dgm:prSet/>
      <dgm:spPr/>
      <dgm:t>
        <a:bodyPr/>
        <a:lstStyle/>
        <a:p>
          <a:r>
            <a:rPr lang="en-IN" dirty="0"/>
            <a:t>Leading authentic lives </a:t>
          </a:r>
        </a:p>
      </dgm:t>
    </dgm:pt>
    <dgm:pt modelId="{13707198-BF99-416C-8848-62064DA6185A}" type="parTrans" cxnId="{ADC72CC2-AB13-4FA8-959B-D4803321ABDC}">
      <dgm:prSet/>
      <dgm:spPr/>
      <dgm:t>
        <a:bodyPr/>
        <a:lstStyle/>
        <a:p>
          <a:endParaRPr lang="en-IN"/>
        </a:p>
      </dgm:t>
    </dgm:pt>
    <dgm:pt modelId="{B77F81FB-5F51-4229-A629-EC88AF51B88B}" type="sibTrans" cxnId="{ADC72CC2-AB13-4FA8-959B-D4803321ABDC}">
      <dgm:prSet/>
      <dgm:spPr/>
      <dgm:t>
        <a:bodyPr/>
        <a:lstStyle/>
        <a:p>
          <a:endParaRPr lang="en-IN"/>
        </a:p>
      </dgm:t>
    </dgm:pt>
    <dgm:pt modelId="{F227069F-81B7-4031-8AD0-407E59A06310}">
      <dgm:prSet/>
      <dgm:spPr/>
      <dgm:t>
        <a:bodyPr/>
        <a:lstStyle/>
        <a:p>
          <a:r>
            <a:rPr lang="en-IN" dirty="0"/>
            <a:t>Life satisfaction (sense of contentment and peace with small gap between wants and needs)</a:t>
          </a:r>
        </a:p>
      </dgm:t>
    </dgm:pt>
    <dgm:pt modelId="{DF3C5B32-7C47-470D-9C5C-1A8B00E2AE72}" type="parTrans" cxnId="{98D56150-B171-4710-AB02-55512BA98033}">
      <dgm:prSet/>
      <dgm:spPr/>
      <dgm:t>
        <a:bodyPr/>
        <a:lstStyle/>
        <a:p>
          <a:endParaRPr lang="en-IN"/>
        </a:p>
      </dgm:t>
    </dgm:pt>
    <dgm:pt modelId="{F7C354B2-2376-42E0-869D-A8C11CF862CD}" type="sibTrans" cxnId="{98D56150-B171-4710-AB02-55512BA98033}">
      <dgm:prSet/>
      <dgm:spPr/>
      <dgm:t>
        <a:bodyPr/>
        <a:lstStyle/>
        <a:p>
          <a:endParaRPr lang="en-IN"/>
        </a:p>
      </dgm:t>
    </dgm:pt>
    <dgm:pt modelId="{2F46B409-F2CB-4E7E-9E2C-B0591C0259CF}" type="pres">
      <dgm:prSet presAssocID="{D306FD0C-18E7-48F6-9E37-8CA59EE08A16}" presName="vert0" presStyleCnt="0">
        <dgm:presLayoutVars>
          <dgm:dir/>
          <dgm:animOne val="branch"/>
          <dgm:animLvl val="lvl"/>
        </dgm:presLayoutVars>
      </dgm:prSet>
      <dgm:spPr/>
    </dgm:pt>
    <dgm:pt modelId="{23A659B2-A146-49AD-8BB1-EEED40D1EB37}" type="pres">
      <dgm:prSet presAssocID="{574E8BAD-69BF-4868-9645-B7F674AB2EAE}" presName="thickLine" presStyleLbl="alignNode1" presStyleIdx="0" presStyleCnt="1"/>
      <dgm:spPr/>
    </dgm:pt>
    <dgm:pt modelId="{87196C4B-CF07-42E0-8A37-6A1DF6B35C71}" type="pres">
      <dgm:prSet presAssocID="{574E8BAD-69BF-4868-9645-B7F674AB2EAE}" presName="horz1" presStyleCnt="0"/>
      <dgm:spPr/>
    </dgm:pt>
    <dgm:pt modelId="{3B9C8DCE-A761-43B4-AD24-0DC99F019942}" type="pres">
      <dgm:prSet presAssocID="{574E8BAD-69BF-4868-9645-B7F674AB2EAE}" presName="tx1" presStyleLbl="revTx" presStyleIdx="0" presStyleCnt="7" custScaleX="140908" custScaleY="84066"/>
      <dgm:spPr/>
    </dgm:pt>
    <dgm:pt modelId="{8CCAEBBA-CFF8-4C4F-A3BB-74AAF8CF942C}" type="pres">
      <dgm:prSet presAssocID="{574E8BAD-69BF-4868-9645-B7F674AB2EAE}" presName="vert1" presStyleCnt="0"/>
      <dgm:spPr/>
    </dgm:pt>
    <dgm:pt modelId="{E1027527-6B4D-4DF2-AA87-807238065B5B}" type="pres">
      <dgm:prSet presAssocID="{7D8D55CF-029D-446B-9D01-F1AD7C6D427F}" presName="vertSpace2a" presStyleCnt="0"/>
      <dgm:spPr/>
    </dgm:pt>
    <dgm:pt modelId="{5975F303-AFF8-47AD-A120-9016D44D475A}" type="pres">
      <dgm:prSet presAssocID="{7D8D55CF-029D-446B-9D01-F1AD7C6D427F}" presName="horz2" presStyleCnt="0"/>
      <dgm:spPr/>
    </dgm:pt>
    <dgm:pt modelId="{33CEE18A-5EAE-4139-A403-DDB0CCC5E673}" type="pres">
      <dgm:prSet presAssocID="{7D8D55CF-029D-446B-9D01-F1AD7C6D427F}" presName="horzSpace2" presStyleCnt="0"/>
      <dgm:spPr/>
    </dgm:pt>
    <dgm:pt modelId="{7C1D625D-202D-452B-B386-931BE08930DB}" type="pres">
      <dgm:prSet presAssocID="{7D8D55CF-029D-446B-9D01-F1AD7C6D427F}" presName="tx2" presStyleLbl="revTx" presStyleIdx="1" presStyleCnt="7"/>
      <dgm:spPr/>
    </dgm:pt>
    <dgm:pt modelId="{24868B21-5BD1-4883-B8E0-8A568DF096E0}" type="pres">
      <dgm:prSet presAssocID="{7D8D55CF-029D-446B-9D01-F1AD7C6D427F}" presName="vert2" presStyleCnt="0"/>
      <dgm:spPr/>
    </dgm:pt>
    <dgm:pt modelId="{E5D1EBA6-94A5-4C60-9990-B311364885B0}" type="pres">
      <dgm:prSet presAssocID="{7D8D55CF-029D-446B-9D01-F1AD7C6D427F}" presName="thinLine2b" presStyleLbl="callout" presStyleIdx="0" presStyleCnt="6"/>
      <dgm:spPr/>
    </dgm:pt>
    <dgm:pt modelId="{4175C26A-DADB-4E87-998D-CCC3D9D7A98A}" type="pres">
      <dgm:prSet presAssocID="{7D8D55CF-029D-446B-9D01-F1AD7C6D427F}" presName="vertSpace2b" presStyleCnt="0"/>
      <dgm:spPr/>
    </dgm:pt>
    <dgm:pt modelId="{7EE4943E-A920-428A-84D9-863009D59801}" type="pres">
      <dgm:prSet presAssocID="{29FF2B51-B18F-4344-9BCE-A4DF126CAE56}" presName="horz2" presStyleCnt="0"/>
      <dgm:spPr/>
    </dgm:pt>
    <dgm:pt modelId="{2A4497AB-0E5C-4B03-AF74-4043E92DFC0C}" type="pres">
      <dgm:prSet presAssocID="{29FF2B51-B18F-4344-9BCE-A4DF126CAE56}" presName="horzSpace2" presStyleCnt="0"/>
      <dgm:spPr/>
    </dgm:pt>
    <dgm:pt modelId="{1A6D08B5-26D7-4BDE-BFE5-AC3DD2C12FE9}" type="pres">
      <dgm:prSet presAssocID="{29FF2B51-B18F-4344-9BCE-A4DF126CAE56}" presName="tx2" presStyleLbl="revTx" presStyleIdx="2" presStyleCnt="7"/>
      <dgm:spPr/>
    </dgm:pt>
    <dgm:pt modelId="{D5D666C2-311D-4FF9-94E3-CB33FD7CA87C}" type="pres">
      <dgm:prSet presAssocID="{29FF2B51-B18F-4344-9BCE-A4DF126CAE56}" presName="vert2" presStyleCnt="0"/>
      <dgm:spPr/>
    </dgm:pt>
    <dgm:pt modelId="{05FF6BC6-6D29-49B9-85EC-1ED159D7D0C5}" type="pres">
      <dgm:prSet presAssocID="{29FF2B51-B18F-4344-9BCE-A4DF126CAE56}" presName="thinLine2b" presStyleLbl="callout" presStyleIdx="1" presStyleCnt="6"/>
      <dgm:spPr/>
    </dgm:pt>
    <dgm:pt modelId="{09604CFF-CED4-46E5-A46B-595EDDD2C7DE}" type="pres">
      <dgm:prSet presAssocID="{29FF2B51-B18F-4344-9BCE-A4DF126CAE56}" presName="vertSpace2b" presStyleCnt="0"/>
      <dgm:spPr/>
    </dgm:pt>
    <dgm:pt modelId="{4F852D3A-8E05-4A22-B47B-C3209E0BA8BF}" type="pres">
      <dgm:prSet presAssocID="{E182F29C-8430-4F87-A663-9A6DAA4DE810}" presName="horz2" presStyleCnt="0"/>
      <dgm:spPr/>
    </dgm:pt>
    <dgm:pt modelId="{0C0A7C86-546C-45C1-9446-2E9ACBEE0AB9}" type="pres">
      <dgm:prSet presAssocID="{E182F29C-8430-4F87-A663-9A6DAA4DE810}" presName="horzSpace2" presStyleCnt="0"/>
      <dgm:spPr/>
    </dgm:pt>
    <dgm:pt modelId="{D407A3EE-A225-4125-9992-BF4A3B0F16D1}" type="pres">
      <dgm:prSet presAssocID="{E182F29C-8430-4F87-A663-9A6DAA4DE810}" presName="tx2" presStyleLbl="revTx" presStyleIdx="3" presStyleCnt="7"/>
      <dgm:spPr/>
    </dgm:pt>
    <dgm:pt modelId="{257DE91D-DF95-4A59-A7EB-4E0F734B0271}" type="pres">
      <dgm:prSet presAssocID="{E182F29C-8430-4F87-A663-9A6DAA4DE810}" presName="vert2" presStyleCnt="0"/>
      <dgm:spPr/>
    </dgm:pt>
    <dgm:pt modelId="{3AE6AE8E-5E18-48D9-8FF2-A022F6B1888E}" type="pres">
      <dgm:prSet presAssocID="{E182F29C-8430-4F87-A663-9A6DAA4DE810}" presName="thinLine2b" presStyleLbl="callout" presStyleIdx="2" presStyleCnt="6"/>
      <dgm:spPr/>
    </dgm:pt>
    <dgm:pt modelId="{B6ED3BB8-E294-4DDD-ACCD-F07CEE1E514F}" type="pres">
      <dgm:prSet presAssocID="{E182F29C-8430-4F87-A663-9A6DAA4DE810}" presName="vertSpace2b" presStyleCnt="0"/>
      <dgm:spPr/>
    </dgm:pt>
    <dgm:pt modelId="{67103C60-ADC0-4A32-BCF8-85620D61FC2E}" type="pres">
      <dgm:prSet presAssocID="{8DEC6F92-FF45-47BE-8341-F866554E70E0}" presName="horz2" presStyleCnt="0"/>
      <dgm:spPr/>
    </dgm:pt>
    <dgm:pt modelId="{DC3D6C8F-F9E6-4318-AFD8-19FC242715B1}" type="pres">
      <dgm:prSet presAssocID="{8DEC6F92-FF45-47BE-8341-F866554E70E0}" presName="horzSpace2" presStyleCnt="0"/>
      <dgm:spPr/>
    </dgm:pt>
    <dgm:pt modelId="{6E4E24FE-522F-46D9-93BE-7071C789272F}" type="pres">
      <dgm:prSet presAssocID="{8DEC6F92-FF45-47BE-8341-F866554E70E0}" presName="tx2" presStyleLbl="revTx" presStyleIdx="4" presStyleCnt="7"/>
      <dgm:spPr/>
    </dgm:pt>
    <dgm:pt modelId="{24A9F872-E219-47F5-BD5F-EABD80599877}" type="pres">
      <dgm:prSet presAssocID="{8DEC6F92-FF45-47BE-8341-F866554E70E0}" presName="vert2" presStyleCnt="0"/>
      <dgm:spPr/>
    </dgm:pt>
    <dgm:pt modelId="{9BD5158A-E346-41C7-8F16-FFADE0338D7D}" type="pres">
      <dgm:prSet presAssocID="{8DEC6F92-FF45-47BE-8341-F866554E70E0}" presName="thinLine2b" presStyleLbl="callout" presStyleIdx="3" presStyleCnt="6"/>
      <dgm:spPr/>
    </dgm:pt>
    <dgm:pt modelId="{D542AB2B-B26F-42A1-A69E-BCD3746125CB}" type="pres">
      <dgm:prSet presAssocID="{8DEC6F92-FF45-47BE-8341-F866554E70E0}" presName="vertSpace2b" presStyleCnt="0"/>
      <dgm:spPr/>
    </dgm:pt>
    <dgm:pt modelId="{64496DC1-7DFB-452D-83F0-3742DBDCCA8A}" type="pres">
      <dgm:prSet presAssocID="{5C0958A4-9F96-4102-9B51-C39404FAB6B2}" presName="horz2" presStyleCnt="0"/>
      <dgm:spPr/>
    </dgm:pt>
    <dgm:pt modelId="{8745FF36-353B-4B5A-AB55-F13D6DBAD82E}" type="pres">
      <dgm:prSet presAssocID="{5C0958A4-9F96-4102-9B51-C39404FAB6B2}" presName="horzSpace2" presStyleCnt="0"/>
      <dgm:spPr/>
    </dgm:pt>
    <dgm:pt modelId="{26F95D2C-DD8B-42DC-BB28-A9383C48EAE5}" type="pres">
      <dgm:prSet presAssocID="{5C0958A4-9F96-4102-9B51-C39404FAB6B2}" presName="tx2" presStyleLbl="revTx" presStyleIdx="5" presStyleCnt="7"/>
      <dgm:spPr/>
    </dgm:pt>
    <dgm:pt modelId="{B2775113-29EF-4155-AA3A-9ABA8EAD1E57}" type="pres">
      <dgm:prSet presAssocID="{5C0958A4-9F96-4102-9B51-C39404FAB6B2}" presName="vert2" presStyleCnt="0"/>
      <dgm:spPr/>
    </dgm:pt>
    <dgm:pt modelId="{ED028B1F-AF31-45FF-8152-5F7DDBDF5025}" type="pres">
      <dgm:prSet presAssocID="{5C0958A4-9F96-4102-9B51-C39404FAB6B2}" presName="thinLine2b" presStyleLbl="callout" presStyleIdx="4" presStyleCnt="6"/>
      <dgm:spPr/>
    </dgm:pt>
    <dgm:pt modelId="{D5C92180-38E5-4960-8FFE-73C21885317D}" type="pres">
      <dgm:prSet presAssocID="{5C0958A4-9F96-4102-9B51-C39404FAB6B2}" presName="vertSpace2b" presStyleCnt="0"/>
      <dgm:spPr/>
    </dgm:pt>
    <dgm:pt modelId="{79D1354C-8BEC-4B83-9B0D-7A67320F3D66}" type="pres">
      <dgm:prSet presAssocID="{F227069F-81B7-4031-8AD0-407E59A06310}" presName="horz2" presStyleCnt="0"/>
      <dgm:spPr/>
    </dgm:pt>
    <dgm:pt modelId="{B8725325-52AC-45DC-95D5-123B792B0E69}" type="pres">
      <dgm:prSet presAssocID="{F227069F-81B7-4031-8AD0-407E59A06310}" presName="horzSpace2" presStyleCnt="0"/>
      <dgm:spPr/>
    </dgm:pt>
    <dgm:pt modelId="{CF2B74E3-6A19-4016-ABC1-0C5AE773DF69}" type="pres">
      <dgm:prSet presAssocID="{F227069F-81B7-4031-8AD0-407E59A06310}" presName="tx2" presStyleLbl="revTx" presStyleIdx="6" presStyleCnt="7"/>
      <dgm:spPr/>
    </dgm:pt>
    <dgm:pt modelId="{5DEDC07D-239A-4261-96A5-AAA36A7D685C}" type="pres">
      <dgm:prSet presAssocID="{F227069F-81B7-4031-8AD0-407E59A06310}" presName="vert2" presStyleCnt="0"/>
      <dgm:spPr/>
    </dgm:pt>
    <dgm:pt modelId="{CB719277-2810-4B01-8985-38C0ED810701}" type="pres">
      <dgm:prSet presAssocID="{F227069F-81B7-4031-8AD0-407E59A06310}" presName="thinLine2b" presStyleLbl="callout" presStyleIdx="5" presStyleCnt="6"/>
      <dgm:spPr/>
    </dgm:pt>
    <dgm:pt modelId="{0461D889-0C55-48DD-A799-2ADA8D0EC0D5}" type="pres">
      <dgm:prSet presAssocID="{F227069F-81B7-4031-8AD0-407E59A06310}" presName="vertSpace2b" presStyleCnt="0"/>
      <dgm:spPr/>
    </dgm:pt>
  </dgm:ptLst>
  <dgm:cxnLst>
    <dgm:cxn modelId="{275D5723-000A-4DC6-8E18-6675C8E8A63F}" srcId="{574E8BAD-69BF-4868-9645-B7F674AB2EAE}" destId="{29FF2B51-B18F-4344-9BCE-A4DF126CAE56}" srcOrd="1" destOrd="0" parTransId="{9FB9F459-6196-4397-9D3F-343C7991957E}" sibTransId="{7414EC3B-E097-4C98-A105-0A23CF27F887}"/>
    <dgm:cxn modelId="{06C5EC2E-3750-4D2E-B0F0-D0FA36577DE9}" type="presOf" srcId="{D306FD0C-18E7-48F6-9E37-8CA59EE08A16}" destId="{2F46B409-F2CB-4E7E-9E2C-B0591C0259CF}" srcOrd="0" destOrd="0" presId="urn:microsoft.com/office/officeart/2008/layout/LinedList"/>
    <dgm:cxn modelId="{524DF92E-9200-4A18-B422-40C146979CC7}" srcId="{574E8BAD-69BF-4868-9645-B7F674AB2EAE}" destId="{E182F29C-8430-4F87-A663-9A6DAA4DE810}" srcOrd="2" destOrd="0" parTransId="{B5613C15-F89A-4FAA-90CC-12A2B2A5D51C}" sibTransId="{349B7B9C-A91A-4639-9C14-6936D03D5E93}"/>
    <dgm:cxn modelId="{F84C5F39-B1AC-475A-BE25-450C3C76CB7C}" type="presOf" srcId="{29FF2B51-B18F-4344-9BCE-A4DF126CAE56}" destId="{1A6D08B5-26D7-4BDE-BFE5-AC3DD2C12FE9}" srcOrd="0" destOrd="0" presId="urn:microsoft.com/office/officeart/2008/layout/LinedList"/>
    <dgm:cxn modelId="{7004AF46-FA4B-469F-BCB2-7C7A40114415}" type="presOf" srcId="{574E8BAD-69BF-4868-9645-B7F674AB2EAE}" destId="{3B9C8DCE-A761-43B4-AD24-0DC99F019942}" srcOrd="0" destOrd="0" presId="urn:microsoft.com/office/officeart/2008/layout/LinedList"/>
    <dgm:cxn modelId="{98D56150-B171-4710-AB02-55512BA98033}" srcId="{574E8BAD-69BF-4868-9645-B7F674AB2EAE}" destId="{F227069F-81B7-4031-8AD0-407E59A06310}" srcOrd="5" destOrd="0" parTransId="{DF3C5B32-7C47-470D-9C5C-1A8B00E2AE72}" sibTransId="{F7C354B2-2376-42E0-869D-A8C11CF862CD}"/>
    <dgm:cxn modelId="{C5F0427E-E9F4-48AD-B150-A97B8EFBDEDF}" type="presOf" srcId="{F227069F-81B7-4031-8AD0-407E59A06310}" destId="{CF2B74E3-6A19-4016-ABC1-0C5AE773DF69}" srcOrd="0" destOrd="0" presId="urn:microsoft.com/office/officeart/2008/layout/LinedList"/>
    <dgm:cxn modelId="{57E900A4-82C3-411D-93AE-E3889298918C}" srcId="{574E8BAD-69BF-4868-9645-B7F674AB2EAE}" destId="{7D8D55CF-029D-446B-9D01-F1AD7C6D427F}" srcOrd="0" destOrd="0" parTransId="{A8163773-F110-4DF6-AA71-8743491AD8C3}" sibTransId="{C6628ADE-DC0A-4DB1-BF01-ECCC042E82DF}"/>
    <dgm:cxn modelId="{E87C49A9-FC0F-4B4C-8B25-B8CFAF68CCD6}" type="presOf" srcId="{5C0958A4-9F96-4102-9B51-C39404FAB6B2}" destId="{26F95D2C-DD8B-42DC-BB28-A9383C48EAE5}" srcOrd="0" destOrd="0" presId="urn:microsoft.com/office/officeart/2008/layout/LinedList"/>
    <dgm:cxn modelId="{59A04BB9-BD41-4206-8177-8E8AFFC7754A}" type="presOf" srcId="{E182F29C-8430-4F87-A663-9A6DAA4DE810}" destId="{D407A3EE-A225-4125-9992-BF4A3B0F16D1}" srcOrd="0" destOrd="0" presId="urn:microsoft.com/office/officeart/2008/layout/LinedList"/>
    <dgm:cxn modelId="{ADC72CC2-AB13-4FA8-959B-D4803321ABDC}" srcId="{574E8BAD-69BF-4868-9645-B7F674AB2EAE}" destId="{5C0958A4-9F96-4102-9B51-C39404FAB6B2}" srcOrd="4" destOrd="0" parTransId="{13707198-BF99-416C-8848-62064DA6185A}" sibTransId="{B77F81FB-5F51-4229-A629-EC88AF51B88B}"/>
    <dgm:cxn modelId="{E5A5B3D4-01CE-4249-8306-2847A147885B}" type="presOf" srcId="{7D8D55CF-029D-446B-9D01-F1AD7C6D427F}" destId="{7C1D625D-202D-452B-B386-931BE08930DB}" srcOrd="0" destOrd="0" presId="urn:microsoft.com/office/officeart/2008/layout/LinedList"/>
    <dgm:cxn modelId="{F56C1CE3-7CA6-48E2-8162-B93444C4717E}" srcId="{D306FD0C-18E7-48F6-9E37-8CA59EE08A16}" destId="{574E8BAD-69BF-4868-9645-B7F674AB2EAE}" srcOrd="0" destOrd="0" parTransId="{155D670D-3787-4239-8CC2-5349469B015F}" sibTransId="{15415779-3F08-4FA5-B8A0-8AE3E7EAAC9E}"/>
    <dgm:cxn modelId="{7520E5F1-FF98-4FAE-8D86-B5E0BB8AA3F4}" srcId="{574E8BAD-69BF-4868-9645-B7F674AB2EAE}" destId="{8DEC6F92-FF45-47BE-8341-F866554E70E0}" srcOrd="3" destOrd="0" parTransId="{9D8F6737-E925-4A88-8CFB-EE0CA3017260}" sibTransId="{F11255FA-7D21-4D32-BE99-C3A534A7DB78}"/>
    <dgm:cxn modelId="{AEF698F9-335E-498C-9720-050C1E8D9876}" type="presOf" srcId="{8DEC6F92-FF45-47BE-8341-F866554E70E0}" destId="{6E4E24FE-522F-46D9-93BE-7071C789272F}" srcOrd="0" destOrd="0" presId="urn:microsoft.com/office/officeart/2008/layout/LinedList"/>
    <dgm:cxn modelId="{E9F01BDC-98C5-437C-A8FD-12A52199F0C5}" type="presParOf" srcId="{2F46B409-F2CB-4E7E-9E2C-B0591C0259CF}" destId="{23A659B2-A146-49AD-8BB1-EEED40D1EB37}" srcOrd="0" destOrd="0" presId="urn:microsoft.com/office/officeart/2008/layout/LinedList"/>
    <dgm:cxn modelId="{28B9F52D-238A-45E1-BD4E-916F919A62DC}" type="presParOf" srcId="{2F46B409-F2CB-4E7E-9E2C-B0591C0259CF}" destId="{87196C4B-CF07-42E0-8A37-6A1DF6B35C71}" srcOrd="1" destOrd="0" presId="urn:microsoft.com/office/officeart/2008/layout/LinedList"/>
    <dgm:cxn modelId="{21D8132E-3582-4205-88CA-2C7B9B0C81ED}" type="presParOf" srcId="{87196C4B-CF07-42E0-8A37-6A1DF6B35C71}" destId="{3B9C8DCE-A761-43B4-AD24-0DC99F019942}" srcOrd="0" destOrd="0" presId="urn:microsoft.com/office/officeart/2008/layout/LinedList"/>
    <dgm:cxn modelId="{F6F20D14-DFA6-40B7-8E4B-764A7CA470B2}" type="presParOf" srcId="{87196C4B-CF07-42E0-8A37-6A1DF6B35C71}" destId="{8CCAEBBA-CFF8-4C4F-A3BB-74AAF8CF942C}" srcOrd="1" destOrd="0" presId="urn:microsoft.com/office/officeart/2008/layout/LinedList"/>
    <dgm:cxn modelId="{018D3904-6764-4739-9676-C285AD4C6215}" type="presParOf" srcId="{8CCAEBBA-CFF8-4C4F-A3BB-74AAF8CF942C}" destId="{E1027527-6B4D-4DF2-AA87-807238065B5B}" srcOrd="0" destOrd="0" presId="urn:microsoft.com/office/officeart/2008/layout/LinedList"/>
    <dgm:cxn modelId="{22486577-D88E-4047-BE5C-417AF4FD39B4}" type="presParOf" srcId="{8CCAEBBA-CFF8-4C4F-A3BB-74AAF8CF942C}" destId="{5975F303-AFF8-47AD-A120-9016D44D475A}" srcOrd="1" destOrd="0" presId="urn:microsoft.com/office/officeart/2008/layout/LinedList"/>
    <dgm:cxn modelId="{AA7EE81C-1FAB-4112-94D4-A25F6FEAF37A}" type="presParOf" srcId="{5975F303-AFF8-47AD-A120-9016D44D475A}" destId="{33CEE18A-5EAE-4139-A403-DDB0CCC5E673}" srcOrd="0" destOrd="0" presId="urn:microsoft.com/office/officeart/2008/layout/LinedList"/>
    <dgm:cxn modelId="{E53A83D0-18BB-46A5-9A05-56D81EB2E028}" type="presParOf" srcId="{5975F303-AFF8-47AD-A120-9016D44D475A}" destId="{7C1D625D-202D-452B-B386-931BE08930DB}" srcOrd="1" destOrd="0" presId="urn:microsoft.com/office/officeart/2008/layout/LinedList"/>
    <dgm:cxn modelId="{60EE6502-C5DA-4FDC-AB5D-1B7F192DCD9F}" type="presParOf" srcId="{5975F303-AFF8-47AD-A120-9016D44D475A}" destId="{24868B21-5BD1-4883-B8E0-8A568DF096E0}" srcOrd="2" destOrd="0" presId="urn:microsoft.com/office/officeart/2008/layout/LinedList"/>
    <dgm:cxn modelId="{77141B59-6DA8-4E52-86F7-67CB7B5EE4FA}" type="presParOf" srcId="{8CCAEBBA-CFF8-4C4F-A3BB-74AAF8CF942C}" destId="{E5D1EBA6-94A5-4C60-9990-B311364885B0}" srcOrd="2" destOrd="0" presId="urn:microsoft.com/office/officeart/2008/layout/LinedList"/>
    <dgm:cxn modelId="{3563E4F6-E12A-4930-A7ED-CF22F7DC8757}" type="presParOf" srcId="{8CCAEBBA-CFF8-4C4F-A3BB-74AAF8CF942C}" destId="{4175C26A-DADB-4E87-998D-CCC3D9D7A98A}" srcOrd="3" destOrd="0" presId="urn:microsoft.com/office/officeart/2008/layout/LinedList"/>
    <dgm:cxn modelId="{28007AD7-6C6A-4D4C-BCF4-99B1EC3C2A9F}" type="presParOf" srcId="{8CCAEBBA-CFF8-4C4F-A3BB-74AAF8CF942C}" destId="{7EE4943E-A920-428A-84D9-863009D59801}" srcOrd="4" destOrd="0" presId="urn:microsoft.com/office/officeart/2008/layout/LinedList"/>
    <dgm:cxn modelId="{18CCC852-C1FF-497C-8B36-35A5BAACFC09}" type="presParOf" srcId="{7EE4943E-A920-428A-84D9-863009D59801}" destId="{2A4497AB-0E5C-4B03-AF74-4043E92DFC0C}" srcOrd="0" destOrd="0" presId="urn:microsoft.com/office/officeart/2008/layout/LinedList"/>
    <dgm:cxn modelId="{C1C91687-B574-45CD-A79F-17572E2B7047}" type="presParOf" srcId="{7EE4943E-A920-428A-84D9-863009D59801}" destId="{1A6D08B5-26D7-4BDE-BFE5-AC3DD2C12FE9}" srcOrd="1" destOrd="0" presId="urn:microsoft.com/office/officeart/2008/layout/LinedList"/>
    <dgm:cxn modelId="{DD0BBE10-99FF-42BD-B5CD-5B6094FFDF9A}" type="presParOf" srcId="{7EE4943E-A920-428A-84D9-863009D59801}" destId="{D5D666C2-311D-4FF9-94E3-CB33FD7CA87C}" srcOrd="2" destOrd="0" presId="urn:microsoft.com/office/officeart/2008/layout/LinedList"/>
    <dgm:cxn modelId="{7356840F-6F5C-4AC3-BCCE-44D792A2F706}" type="presParOf" srcId="{8CCAEBBA-CFF8-4C4F-A3BB-74AAF8CF942C}" destId="{05FF6BC6-6D29-49B9-85EC-1ED159D7D0C5}" srcOrd="5" destOrd="0" presId="urn:microsoft.com/office/officeart/2008/layout/LinedList"/>
    <dgm:cxn modelId="{586C5A84-BAC6-4FF9-B134-10E23A53F93B}" type="presParOf" srcId="{8CCAEBBA-CFF8-4C4F-A3BB-74AAF8CF942C}" destId="{09604CFF-CED4-46E5-A46B-595EDDD2C7DE}" srcOrd="6" destOrd="0" presId="urn:microsoft.com/office/officeart/2008/layout/LinedList"/>
    <dgm:cxn modelId="{DE4D5AB4-4ECD-4B09-9B55-1162BC960B3B}" type="presParOf" srcId="{8CCAEBBA-CFF8-4C4F-A3BB-74AAF8CF942C}" destId="{4F852D3A-8E05-4A22-B47B-C3209E0BA8BF}" srcOrd="7" destOrd="0" presId="urn:microsoft.com/office/officeart/2008/layout/LinedList"/>
    <dgm:cxn modelId="{A9D7F959-64B6-4018-9076-2F3D3D139191}" type="presParOf" srcId="{4F852D3A-8E05-4A22-B47B-C3209E0BA8BF}" destId="{0C0A7C86-546C-45C1-9446-2E9ACBEE0AB9}" srcOrd="0" destOrd="0" presId="urn:microsoft.com/office/officeart/2008/layout/LinedList"/>
    <dgm:cxn modelId="{8F8EFEF7-B98C-4BE2-9E9D-3611A7CD51CB}" type="presParOf" srcId="{4F852D3A-8E05-4A22-B47B-C3209E0BA8BF}" destId="{D407A3EE-A225-4125-9992-BF4A3B0F16D1}" srcOrd="1" destOrd="0" presId="urn:microsoft.com/office/officeart/2008/layout/LinedList"/>
    <dgm:cxn modelId="{2CAA3B59-3573-4CE4-81D1-F9804A11D19B}" type="presParOf" srcId="{4F852D3A-8E05-4A22-B47B-C3209E0BA8BF}" destId="{257DE91D-DF95-4A59-A7EB-4E0F734B0271}" srcOrd="2" destOrd="0" presId="urn:microsoft.com/office/officeart/2008/layout/LinedList"/>
    <dgm:cxn modelId="{6EE20A27-3BAB-429C-A897-22971B14A171}" type="presParOf" srcId="{8CCAEBBA-CFF8-4C4F-A3BB-74AAF8CF942C}" destId="{3AE6AE8E-5E18-48D9-8FF2-A022F6B1888E}" srcOrd="8" destOrd="0" presId="urn:microsoft.com/office/officeart/2008/layout/LinedList"/>
    <dgm:cxn modelId="{DF244291-A4EE-4878-9422-07B8EEFBA46E}" type="presParOf" srcId="{8CCAEBBA-CFF8-4C4F-A3BB-74AAF8CF942C}" destId="{B6ED3BB8-E294-4DDD-ACCD-F07CEE1E514F}" srcOrd="9" destOrd="0" presId="urn:microsoft.com/office/officeart/2008/layout/LinedList"/>
    <dgm:cxn modelId="{00CF0D6E-473C-47FB-9800-286CE93FC586}" type="presParOf" srcId="{8CCAEBBA-CFF8-4C4F-A3BB-74AAF8CF942C}" destId="{67103C60-ADC0-4A32-BCF8-85620D61FC2E}" srcOrd="10" destOrd="0" presId="urn:microsoft.com/office/officeart/2008/layout/LinedList"/>
    <dgm:cxn modelId="{1B37D3CE-7B0D-4723-BF03-BF88D6650E88}" type="presParOf" srcId="{67103C60-ADC0-4A32-BCF8-85620D61FC2E}" destId="{DC3D6C8F-F9E6-4318-AFD8-19FC242715B1}" srcOrd="0" destOrd="0" presId="urn:microsoft.com/office/officeart/2008/layout/LinedList"/>
    <dgm:cxn modelId="{CEC60C2D-D65F-4123-994D-F769DA9F9226}" type="presParOf" srcId="{67103C60-ADC0-4A32-BCF8-85620D61FC2E}" destId="{6E4E24FE-522F-46D9-93BE-7071C789272F}" srcOrd="1" destOrd="0" presId="urn:microsoft.com/office/officeart/2008/layout/LinedList"/>
    <dgm:cxn modelId="{A8FE6820-28F3-4105-954A-A33A52130D7C}" type="presParOf" srcId="{67103C60-ADC0-4A32-BCF8-85620D61FC2E}" destId="{24A9F872-E219-47F5-BD5F-EABD80599877}" srcOrd="2" destOrd="0" presId="urn:microsoft.com/office/officeart/2008/layout/LinedList"/>
    <dgm:cxn modelId="{2548CFA4-363E-4FB1-9780-E7EB1CECE22D}" type="presParOf" srcId="{8CCAEBBA-CFF8-4C4F-A3BB-74AAF8CF942C}" destId="{9BD5158A-E346-41C7-8F16-FFADE0338D7D}" srcOrd="11" destOrd="0" presId="urn:microsoft.com/office/officeart/2008/layout/LinedList"/>
    <dgm:cxn modelId="{2097F5E7-4186-4F63-A8E2-79C087C41492}" type="presParOf" srcId="{8CCAEBBA-CFF8-4C4F-A3BB-74AAF8CF942C}" destId="{D542AB2B-B26F-42A1-A69E-BCD3746125CB}" srcOrd="12" destOrd="0" presId="urn:microsoft.com/office/officeart/2008/layout/LinedList"/>
    <dgm:cxn modelId="{EBD0BAF0-EEB2-48A7-A22C-18027175430B}" type="presParOf" srcId="{8CCAEBBA-CFF8-4C4F-A3BB-74AAF8CF942C}" destId="{64496DC1-7DFB-452D-83F0-3742DBDCCA8A}" srcOrd="13" destOrd="0" presId="urn:microsoft.com/office/officeart/2008/layout/LinedList"/>
    <dgm:cxn modelId="{7E2565E8-89BA-41DB-93F2-B6A0BDD84EE2}" type="presParOf" srcId="{64496DC1-7DFB-452D-83F0-3742DBDCCA8A}" destId="{8745FF36-353B-4B5A-AB55-F13D6DBAD82E}" srcOrd="0" destOrd="0" presId="urn:microsoft.com/office/officeart/2008/layout/LinedList"/>
    <dgm:cxn modelId="{0F871D81-EFDB-490A-AD9F-FA9CF80E6922}" type="presParOf" srcId="{64496DC1-7DFB-452D-83F0-3742DBDCCA8A}" destId="{26F95D2C-DD8B-42DC-BB28-A9383C48EAE5}" srcOrd="1" destOrd="0" presId="urn:microsoft.com/office/officeart/2008/layout/LinedList"/>
    <dgm:cxn modelId="{09ACEDB8-AFEC-44DD-A0AA-8EE471DCB066}" type="presParOf" srcId="{64496DC1-7DFB-452D-83F0-3742DBDCCA8A}" destId="{B2775113-29EF-4155-AA3A-9ABA8EAD1E57}" srcOrd="2" destOrd="0" presId="urn:microsoft.com/office/officeart/2008/layout/LinedList"/>
    <dgm:cxn modelId="{B1B3688F-6F85-409E-AD52-B122CE35DECD}" type="presParOf" srcId="{8CCAEBBA-CFF8-4C4F-A3BB-74AAF8CF942C}" destId="{ED028B1F-AF31-45FF-8152-5F7DDBDF5025}" srcOrd="14" destOrd="0" presId="urn:microsoft.com/office/officeart/2008/layout/LinedList"/>
    <dgm:cxn modelId="{379340C1-06E0-425E-806C-EEC75F758441}" type="presParOf" srcId="{8CCAEBBA-CFF8-4C4F-A3BB-74AAF8CF942C}" destId="{D5C92180-38E5-4960-8FFE-73C21885317D}" srcOrd="15" destOrd="0" presId="urn:microsoft.com/office/officeart/2008/layout/LinedList"/>
    <dgm:cxn modelId="{286C1A2F-A091-4DF8-9801-E6FD36CB5CE0}" type="presParOf" srcId="{8CCAEBBA-CFF8-4C4F-A3BB-74AAF8CF942C}" destId="{79D1354C-8BEC-4B83-9B0D-7A67320F3D66}" srcOrd="16" destOrd="0" presId="urn:microsoft.com/office/officeart/2008/layout/LinedList"/>
    <dgm:cxn modelId="{EDD92DA8-E4F7-4906-8E39-C2000DD80E1E}" type="presParOf" srcId="{79D1354C-8BEC-4B83-9B0D-7A67320F3D66}" destId="{B8725325-52AC-45DC-95D5-123B792B0E69}" srcOrd="0" destOrd="0" presId="urn:microsoft.com/office/officeart/2008/layout/LinedList"/>
    <dgm:cxn modelId="{2C4DFEB4-DC66-4DD5-A5D1-847D499757C9}" type="presParOf" srcId="{79D1354C-8BEC-4B83-9B0D-7A67320F3D66}" destId="{CF2B74E3-6A19-4016-ABC1-0C5AE773DF69}" srcOrd="1" destOrd="0" presId="urn:microsoft.com/office/officeart/2008/layout/LinedList"/>
    <dgm:cxn modelId="{5AD39791-87DC-438D-98BE-1A76195CFC42}" type="presParOf" srcId="{79D1354C-8BEC-4B83-9B0D-7A67320F3D66}" destId="{5DEDC07D-239A-4261-96A5-AAA36A7D685C}" srcOrd="2" destOrd="0" presId="urn:microsoft.com/office/officeart/2008/layout/LinedList"/>
    <dgm:cxn modelId="{83B702F7-75B6-4C37-805E-DBEBC0003142}" type="presParOf" srcId="{8CCAEBBA-CFF8-4C4F-A3BB-74AAF8CF942C}" destId="{CB719277-2810-4B01-8985-38C0ED810701}" srcOrd="17" destOrd="0" presId="urn:microsoft.com/office/officeart/2008/layout/LinedList"/>
    <dgm:cxn modelId="{A9660143-B3D4-42A3-AE14-7A39C6665E22}" type="presParOf" srcId="{8CCAEBBA-CFF8-4C4F-A3BB-74AAF8CF942C}" destId="{0461D889-0C55-48DD-A799-2ADA8D0EC0D5}" srcOrd="18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BF49CDF-B9C4-46E4-BA9B-43F3D77A6E21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FFBDCDE-0501-43E9-88C6-97C18C983797}">
      <dgm:prSet phldrT="[Text]"/>
      <dgm:spPr/>
      <dgm:t>
        <a:bodyPr/>
        <a:lstStyle/>
        <a:p>
          <a:r>
            <a:rPr lang="en-IN" dirty="0"/>
            <a:t>Psychological well being</a:t>
          </a:r>
        </a:p>
      </dgm:t>
    </dgm:pt>
    <dgm:pt modelId="{2C19030A-92C0-43C0-8473-33A77EA3903A}" type="parTrans" cxnId="{0210DFEF-6D8B-45AC-AA23-558447F86755}">
      <dgm:prSet/>
      <dgm:spPr/>
      <dgm:t>
        <a:bodyPr/>
        <a:lstStyle/>
        <a:p>
          <a:endParaRPr lang="en-IN"/>
        </a:p>
      </dgm:t>
    </dgm:pt>
    <dgm:pt modelId="{CA3048F7-4B58-43C4-B8B8-3824F58E9CF7}" type="sibTrans" cxnId="{0210DFEF-6D8B-45AC-AA23-558447F86755}">
      <dgm:prSet/>
      <dgm:spPr/>
      <dgm:t>
        <a:bodyPr/>
        <a:lstStyle/>
        <a:p>
          <a:endParaRPr lang="en-IN"/>
        </a:p>
      </dgm:t>
    </dgm:pt>
    <dgm:pt modelId="{2CA5AE0C-7EB2-4FC5-ABCD-31635E28A358}">
      <dgm:prSet phldrT="[Text]"/>
      <dgm:spPr/>
      <dgm:t>
        <a:bodyPr/>
        <a:lstStyle/>
        <a:p>
          <a:r>
            <a:rPr lang="en-IN" dirty="0"/>
            <a:t>Self- acceptance</a:t>
          </a:r>
        </a:p>
      </dgm:t>
    </dgm:pt>
    <dgm:pt modelId="{0EAD96C5-5AFC-47EE-B419-9E06DDB1D88F}" type="parTrans" cxnId="{17F9BECC-68EE-4B99-86C2-93F7F65E5DB6}">
      <dgm:prSet/>
      <dgm:spPr/>
      <dgm:t>
        <a:bodyPr/>
        <a:lstStyle/>
        <a:p>
          <a:endParaRPr lang="en-IN"/>
        </a:p>
      </dgm:t>
    </dgm:pt>
    <dgm:pt modelId="{10A41A2C-E826-4047-870F-6A01C92DE858}" type="sibTrans" cxnId="{17F9BECC-68EE-4B99-86C2-93F7F65E5DB6}">
      <dgm:prSet/>
      <dgm:spPr/>
      <dgm:t>
        <a:bodyPr/>
        <a:lstStyle/>
        <a:p>
          <a:endParaRPr lang="en-IN"/>
        </a:p>
      </dgm:t>
    </dgm:pt>
    <dgm:pt modelId="{CA46EE28-46F6-4ABE-A517-F08231C5E281}">
      <dgm:prSet phldrT="[Text]"/>
      <dgm:spPr/>
      <dgm:t>
        <a:bodyPr/>
        <a:lstStyle/>
        <a:p>
          <a:r>
            <a:rPr lang="en-IN" dirty="0"/>
            <a:t>Purpose in life</a:t>
          </a:r>
        </a:p>
      </dgm:t>
    </dgm:pt>
    <dgm:pt modelId="{95818239-1A56-4500-B476-7BF816F5BED0}" type="parTrans" cxnId="{CC48BFB3-E4D9-4D06-8EF5-6E8BA7F36609}">
      <dgm:prSet/>
      <dgm:spPr/>
      <dgm:t>
        <a:bodyPr/>
        <a:lstStyle/>
        <a:p>
          <a:endParaRPr lang="en-IN"/>
        </a:p>
      </dgm:t>
    </dgm:pt>
    <dgm:pt modelId="{8ADE48D6-3219-4DA5-9597-80355371F569}" type="sibTrans" cxnId="{CC48BFB3-E4D9-4D06-8EF5-6E8BA7F36609}">
      <dgm:prSet/>
      <dgm:spPr/>
      <dgm:t>
        <a:bodyPr/>
        <a:lstStyle/>
        <a:p>
          <a:endParaRPr lang="en-IN"/>
        </a:p>
      </dgm:t>
    </dgm:pt>
    <dgm:pt modelId="{20F48624-D91C-43E2-A9C5-CEAC8B79B8A9}">
      <dgm:prSet phldrT="[Text]"/>
      <dgm:spPr/>
      <dgm:t>
        <a:bodyPr/>
        <a:lstStyle/>
        <a:p>
          <a:r>
            <a:rPr lang="en-IN" dirty="0"/>
            <a:t>Social well- being</a:t>
          </a:r>
        </a:p>
      </dgm:t>
    </dgm:pt>
    <dgm:pt modelId="{06A9444B-6435-4315-A5F7-FF851078AA5D}" type="parTrans" cxnId="{82C485BF-0CCB-4A96-BEEE-2164022E976A}">
      <dgm:prSet/>
      <dgm:spPr/>
      <dgm:t>
        <a:bodyPr/>
        <a:lstStyle/>
        <a:p>
          <a:endParaRPr lang="en-IN"/>
        </a:p>
      </dgm:t>
    </dgm:pt>
    <dgm:pt modelId="{51852C27-7731-4769-A0FD-19AFD454E14C}" type="sibTrans" cxnId="{82C485BF-0CCB-4A96-BEEE-2164022E976A}">
      <dgm:prSet/>
      <dgm:spPr/>
      <dgm:t>
        <a:bodyPr/>
        <a:lstStyle/>
        <a:p>
          <a:endParaRPr lang="en-IN"/>
        </a:p>
      </dgm:t>
    </dgm:pt>
    <dgm:pt modelId="{BCFA3196-F688-4F8E-AD74-2DDBE072CECF}">
      <dgm:prSet phldrT="[Text]"/>
      <dgm:spPr/>
      <dgm:t>
        <a:bodyPr/>
        <a:lstStyle/>
        <a:p>
          <a:r>
            <a:rPr lang="en-IN" dirty="0"/>
            <a:t>Social acceptance</a:t>
          </a:r>
        </a:p>
      </dgm:t>
    </dgm:pt>
    <dgm:pt modelId="{622F4881-71FD-4261-B653-D72346042045}" type="parTrans" cxnId="{42E8946B-4CE0-4FC2-894B-94F15CF820D0}">
      <dgm:prSet/>
      <dgm:spPr/>
      <dgm:t>
        <a:bodyPr/>
        <a:lstStyle/>
        <a:p>
          <a:endParaRPr lang="en-IN"/>
        </a:p>
      </dgm:t>
    </dgm:pt>
    <dgm:pt modelId="{C8A6D708-EF19-4271-9E34-8BBA63946CF6}" type="sibTrans" cxnId="{42E8946B-4CE0-4FC2-894B-94F15CF820D0}">
      <dgm:prSet/>
      <dgm:spPr/>
      <dgm:t>
        <a:bodyPr/>
        <a:lstStyle/>
        <a:p>
          <a:endParaRPr lang="en-IN"/>
        </a:p>
      </dgm:t>
    </dgm:pt>
    <dgm:pt modelId="{6B04262B-E363-4F46-8E82-5B0D830C8693}">
      <dgm:prSet phldrT="[Text]"/>
      <dgm:spPr/>
      <dgm:t>
        <a:bodyPr/>
        <a:lstStyle/>
        <a:p>
          <a:r>
            <a:rPr lang="en-IN" dirty="0"/>
            <a:t>Emotional well- being </a:t>
          </a:r>
        </a:p>
      </dgm:t>
    </dgm:pt>
    <dgm:pt modelId="{00CD310B-1D28-4484-ADD1-5B396E198281}" type="parTrans" cxnId="{927F5134-1924-48BC-A612-46F8C9FA8F22}">
      <dgm:prSet/>
      <dgm:spPr/>
      <dgm:t>
        <a:bodyPr/>
        <a:lstStyle/>
        <a:p>
          <a:endParaRPr lang="en-IN"/>
        </a:p>
      </dgm:t>
    </dgm:pt>
    <dgm:pt modelId="{46385915-1FF8-4D1C-B4C5-ED199FCFE785}" type="sibTrans" cxnId="{927F5134-1924-48BC-A612-46F8C9FA8F22}">
      <dgm:prSet/>
      <dgm:spPr/>
      <dgm:t>
        <a:bodyPr/>
        <a:lstStyle/>
        <a:p>
          <a:endParaRPr lang="en-IN"/>
        </a:p>
      </dgm:t>
    </dgm:pt>
    <dgm:pt modelId="{013A1A7E-7CEE-4CF5-8AE0-4298282F3731}">
      <dgm:prSet phldrT="[Text]"/>
      <dgm:spPr/>
      <dgm:t>
        <a:bodyPr/>
        <a:lstStyle/>
        <a:p>
          <a:r>
            <a:rPr lang="en-IN" dirty="0"/>
            <a:t>Positive affect </a:t>
          </a:r>
        </a:p>
      </dgm:t>
    </dgm:pt>
    <dgm:pt modelId="{84432A89-1318-416F-BC7D-354F47C9786F}" type="parTrans" cxnId="{B105F78C-56FB-4770-BD3B-03933EFD5BBD}">
      <dgm:prSet/>
      <dgm:spPr/>
      <dgm:t>
        <a:bodyPr/>
        <a:lstStyle/>
        <a:p>
          <a:endParaRPr lang="en-IN"/>
        </a:p>
      </dgm:t>
    </dgm:pt>
    <dgm:pt modelId="{C6E048E8-F5BB-4DCF-B9D7-47C936014971}" type="sibTrans" cxnId="{B105F78C-56FB-4770-BD3B-03933EFD5BBD}">
      <dgm:prSet/>
      <dgm:spPr/>
      <dgm:t>
        <a:bodyPr/>
        <a:lstStyle/>
        <a:p>
          <a:endParaRPr lang="en-IN"/>
        </a:p>
      </dgm:t>
    </dgm:pt>
    <dgm:pt modelId="{EB5DFBFF-169A-490D-B5E3-1ADBF603BCA2}">
      <dgm:prSet phldrT="[Text]"/>
      <dgm:spPr/>
      <dgm:t>
        <a:bodyPr/>
        <a:lstStyle/>
        <a:p>
          <a:r>
            <a:rPr lang="en-IN" dirty="0"/>
            <a:t>(Absence) of negative affect</a:t>
          </a:r>
        </a:p>
      </dgm:t>
    </dgm:pt>
    <dgm:pt modelId="{981A2BC6-71ED-44ED-B765-34EA2B40C79E}" type="parTrans" cxnId="{A755361E-5849-45D7-9DB6-7BB67C6B576D}">
      <dgm:prSet/>
      <dgm:spPr/>
      <dgm:t>
        <a:bodyPr/>
        <a:lstStyle/>
        <a:p>
          <a:endParaRPr lang="en-IN"/>
        </a:p>
      </dgm:t>
    </dgm:pt>
    <dgm:pt modelId="{8DB74328-19E6-4CEE-B5B6-F4B0B8D82C20}" type="sibTrans" cxnId="{A755361E-5849-45D7-9DB6-7BB67C6B576D}">
      <dgm:prSet/>
      <dgm:spPr/>
      <dgm:t>
        <a:bodyPr/>
        <a:lstStyle/>
        <a:p>
          <a:endParaRPr lang="en-IN"/>
        </a:p>
      </dgm:t>
    </dgm:pt>
    <dgm:pt modelId="{383E26E4-F1E4-4E28-A40D-7601D6609492}">
      <dgm:prSet phldrT="[Text]"/>
      <dgm:spPr/>
      <dgm:t>
        <a:bodyPr/>
        <a:lstStyle/>
        <a:p>
          <a:r>
            <a:rPr lang="en-IN" dirty="0"/>
            <a:t>Personal growth</a:t>
          </a:r>
        </a:p>
      </dgm:t>
    </dgm:pt>
    <dgm:pt modelId="{D29D301C-3552-49D7-8EE9-FE14DE736DF2}" type="parTrans" cxnId="{A20A3D6C-33F0-4AD8-9E76-A75320E7DA59}">
      <dgm:prSet/>
      <dgm:spPr/>
      <dgm:t>
        <a:bodyPr/>
        <a:lstStyle/>
        <a:p>
          <a:endParaRPr lang="en-IN"/>
        </a:p>
      </dgm:t>
    </dgm:pt>
    <dgm:pt modelId="{CCB32CE2-D3A0-4A91-A1F5-FC53CE623F93}" type="sibTrans" cxnId="{A20A3D6C-33F0-4AD8-9E76-A75320E7DA59}">
      <dgm:prSet/>
      <dgm:spPr/>
      <dgm:t>
        <a:bodyPr/>
        <a:lstStyle/>
        <a:p>
          <a:endParaRPr lang="en-IN"/>
        </a:p>
      </dgm:t>
    </dgm:pt>
    <dgm:pt modelId="{8B1656BC-7D87-4F3F-A0F2-807FC56BD714}">
      <dgm:prSet phldrT="[Text]"/>
      <dgm:spPr/>
      <dgm:t>
        <a:bodyPr/>
        <a:lstStyle/>
        <a:p>
          <a:r>
            <a:rPr lang="en-IN" dirty="0"/>
            <a:t>Environmental mastery</a:t>
          </a:r>
        </a:p>
      </dgm:t>
    </dgm:pt>
    <dgm:pt modelId="{8ABA22C5-E0AC-422D-A917-868AD708B959}" type="parTrans" cxnId="{50DB331A-28C9-414A-8903-FD958A9FD6C9}">
      <dgm:prSet/>
      <dgm:spPr/>
      <dgm:t>
        <a:bodyPr/>
        <a:lstStyle/>
        <a:p>
          <a:endParaRPr lang="en-IN"/>
        </a:p>
      </dgm:t>
    </dgm:pt>
    <dgm:pt modelId="{B05ABBA3-C39A-40CD-8A32-BF95DEE6167A}" type="sibTrans" cxnId="{50DB331A-28C9-414A-8903-FD958A9FD6C9}">
      <dgm:prSet/>
      <dgm:spPr/>
      <dgm:t>
        <a:bodyPr/>
        <a:lstStyle/>
        <a:p>
          <a:endParaRPr lang="en-IN"/>
        </a:p>
      </dgm:t>
    </dgm:pt>
    <dgm:pt modelId="{D3A7A7FB-A373-43BF-B1B5-68812C26483E}">
      <dgm:prSet phldrT="[Text]"/>
      <dgm:spPr/>
      <dgm:t>
        <a:bodyPr/>
        <a:lstStyle/>
        <a:p>
          <a:r>
            <a:rPr lang="en-IN" dirty="0"/>
            <a:t>Autonomy</a:t>
          </a:r>
        </a:p>
      </dgm:t>
    </dgm:pt>
    <dgm:pt modelId="{652A1C5A-9CB4-4754-9758-5E77A71FA498}" type="parTrans" cxnId="{8C9FB444-FDFA-4FB1-BA57-D635FFB76F84}">
      <dgm:prSet/>
      <dgm:spPr/>
      <dgm:t>
        <a:bodyPr/>
        <a:lstStyle/>
        <a:p>
          <a:endParaRPr lang="en-IN"/>
        </a:p>
      </dgm:t>
    </dgm:pt>
    <dgm:pt modelId="{8898F1B5-41C4-47A6-9551-42973692A37F}" type="sibTrans" cxnId="{8C9FB444-FDFA-4FB1-BA57-D635FFB76F84}">
      <dgm:prSet/>
      <dgm:spPr/>
      <dgm:t>
        <a:bodyPr/>
        <a:lstStyle/>
        <a:p>
          <a:endParaRPr lang="en-IN"/>
        </a:p>
      </dgm:t>
    </dgm:pt>
    <dgm:pt modelId="{EE19C93B-59D7-435A-B0A2-2891EFD0FA26}">
      <dgm:prSet phldrT="[Text]"/>
      <dgm:spPr/>
      <dgm:t>
        <a:bodyPr/>
        <a:lstStyle/>
        <a:p>
          <a:r>
            <a:rPr lang="en-IN" dirty="0"/>
            <a:t>Positive relations with others </a:t>
          </a:r>
        </a:p>
      </dgm:t>
    </dgm:pt>
    <dgm:pt modelId="{8C797087-6AF6-4F4F-A7F5-69FBF525B9F6}" type="parTrans" cxnId="{D1FA1840-4401-491E-ACE0-285C81A3C35F}">
      <dgm:prSet/>
      <dgm:spPr/>
      <dgm:t>
        <a:bodyPr/>
        <a:lstStyle/>
        <a:p>
          <a:endParaRPr lang="en-IN"/>
        </a:p>
      </dgm:t>
    </dgm:pt>
    <dgm:pt modelId="{EC067722-445E-45AB-9557-5C98FC963FA8}" type="sibTrans" cxnId="{D1FA1840-4401-491E-ACE0-285C81A3C35F}">
      <dgm:prSet/>
      <dgm:spPr/>
      <dgm:t>
        <a:bodyPr/>
        <a:lstStyle/>
        <a:p>
          <a:endParaRPr lang="en-IN"/>
        </a:p>
      </dgm:t>
    </dgm:pt>
    <dgm:pt modelId="{C198F9A0-3DE4-4B1A-B5C9-009935BE5D3A}">
      <dgm:prSet phldrT="[Text]"/>
      <dgm:spPr/>
      <dgm:t>
        <a:bodyPr/>
        <a:lstStyle/>
        <a:p>
          <a:r>
            <a:rPr lang="en-IN" dirty="0"/>
            <a:t>Social actualization</a:t>
          </a:r>
        </a:p>
      </dgm:t>
    </dgm:pt>
    <dgm:pt modelId="{37BC1182-F440-4977-B7E9-E4957411FED5}" type="parTrans" cxnId="{E438ADB9-AEF2-4997-91AB-342C9FA0794E}">
      <dgm:prSet/>
      <dgm:spPr/>
      <dgm:t>
        <a:bodyPr/>
        <a:lstStyle/>
        <a:p>
          <a:endParaRPr lang="en-IN"/>
        </a:p>
      </dgm:t>
    </dgm:pt>
    <dgm:pt modelId="{F66ABAA6-8DE9-4327-AAEF-D19BF181D704}" type="sibTrans" cxnId="{E438ADB9-AEF2-4997-91AB-342C9FA0794E}">
      <dgm:prSet/>
      <dgm:spPr/>
      <dgm:t>
        <a:bodyPr/>
        <a:lstStyle/>
        <a:p>
          <a:endParaRPr lang="en-IN"/>
        </a:p>
      </dgm:t>
    </dgm:pt>
    <dgm:pt modelId="{ADEF171F-20A0-4B67-B720-E4E8CDF98101}">
      <dgm:prSet phldrT="[Text]"/>
      <dgm:spPr/>
      <dgm:t>
        <a:bodyPr/>
        <a:lstStyle/>
        <a:p>
          <a:r>
            <a:rPr lang="en-IN" dirty="0"/>
            <a:t>Social contribution</a:t>
          </a:r>
        </a:p>
      </dgm:t>
    </dgm:pt>
    <dgm:pt modelId="{BE621E37-8514-4D4F-BDFB-7990FFAA14EA}" type="parTrans" cxnId="{C307EAE3-8319-4FE6-922C-3EC6BF7750F0}">
      <dgm:prSet/>
      <dgm:spPr/>
      <dgm:t>
        <a:bodyPr/>
        <a:lstStyle/>
        <a:p>
          <a:endParaRPr lang="en-IN"/>
        </a:p>
      </dgm:t>
    </dgm:pt>
    <dgm:pt modelId="{DB719B4F-85FC-4DD4-81A4-6B0ECCAD5F73}" type="sibTrans" cxnId="{C307EAE3-8319-4FE6-922C-3EC6BF7750F0}">
      <dgm:prSet/>
      <dgm:spPr/>
      <dgm:t>
        <a:bodyPr/>
        <a:lstStyle/>
        <a:p>
          <a:endParaRPr lang="en-IN"/>
        </a:p>
      </dgm:t>
    </dgm:pt>
    <dgm:pt modelId="{8C138F48-B704-4E8C-8BE7-70BD95F37B3E}">
      <dgm:prSet phldrT="[Text]"/>
      <dgm:spPr/>
      <dgm:t>
        <a:bodyPr/>
        <a:lstStyle/>
        <a:p>
          <a:r>
            <a:rPr lang="en-IN" dirty="0"/>
            <a:t>Social integration </a:t>
          </a:r>
        </a:p>
      </dgm:t>
    </dgm:pt>
    <dgm:pt modelId="{6407A8AD-97F7-4257-89F1-4FD71E7C3E07}" type="parTrans" cxnId="{633E2D01-2D08-41F4-A729-E2E30EDDB4E8}">
      <dgm:prSet/>
      <dgm:spPr/>
      <dgm:t>
        <a:bodyPr/>
        <a:lstStyle/>
        <a:p>
          <a:endParaRPr lang="en-IN"/>
        </a:p>
      </dgm:t>
    </dgm:pt>
    <dgm:pt modelId="{1D267E8A-95BA-4361-AB8E-14EDEF5C5E11}" type="sibTrans" cxnId="{633E2D01-2D08-41F4-A729-E2E30EDDB4E8}">
      <dgm:prSet/>
      <dgm:spPr/>
      <dgm:t>
        <a:bodyPr/>
        <a:lstStyle/>
        <a:p>
          <a:endParaRPr lang="en-IN"/>
        </a:p>
      </dgm:t>
    </dgm:pt>
    <dgm:pt modelId="{D9807FD9-216B-4C6A-BBA1-3F11A1D7545A}">
      <dgm:prSet phldrT="[Text]"/>
      <dgm:spPr/>
      <dgm:t>
        <a:bodyPr/>
        <a:lstStyle/>
        <a:p>
          <a:endParaRPr lang="en-IN" dirty="0"/>
        </a:p>
      </dgm:t>
    </dgm:pt>
    <dgm:pt modelId="{232FAC1B-7FC4-405A-B783-695B91716094}" type="parTrans" cxnId="{EAEFF367-6897-45FB-84FA-F43E310FA754}">
      <dgm:prSet/>
      <dgm:spPr/>
      <dgm:t>
        <a:bodyPr/>
        <a:lstStyle/>
        <a:p>
          <a:endParaRPr lang="en-IN"/>
        </a:p>
      </dgm:t>
    </dgm:pt>
    <dgm:pt modelId="{64FC3541-59BE-48D7-A7F8-F4D10276B279}" type="sibTrans" cxnId="{EAEFF367-6897-45FB-84FA-F43E310FA754}">
      <dgm:prSet/>
      <dgm:spPr/>
      <dgm:t>
        <a:bodyPr/>
        <a:lstStyle/>
        <a:p>
          <a:endParaRPr lang="en-IN"/>
        </a:p>
      </dgm:t>
    </dgm:pt>
    <dgm:pt modelId="{2B5798C9-F675-4130-8146-8A474BB76B58}">
      <dgm:prSet phldrT="[Text]"/>
      <dgm:spPr/>
      <dgm:t>
        <a:bodyPr/>
        <a:lstStyle/>
        <a:p>
          <a:r>
            <a:rPr lang="en-IN" dirty="0"/>
            <a:t>Life satisfaction</a:t>
          </a:r>
        </a:p>
      </dgm:t>
    </dgm:pt>
    <dgm:pt modelId="{F0695FF8-4E21-457E-86C7-660835D073E5}" type="parTrans" cxnId="{3B4A721C-516E-4820-AE2D-376885070632}">
      <dgm:prSet/>
      <dgm:spPr/>
      <dgm:t>
        <a:bodyPr/>
        <a:lstStyle/>
        <a:p>
          <a:endParaRPr lang="en-IN"/>
        </a:p>
      </dgm:t>
    </dgm:pt>
    <dgm:pt modelId="{B5369A5D-79DC-4F9D-90B3-145CD39931DB}" type="sibTrans" cxnId="{3B4A721C-516E-4820-AE2D-376885070632}">
      <dgm:prSet/>
      <dgm:spPr/>
      <dgm:t>
        <a:bodyPr/>
        <a:lstStyle/>
        <a:p>
          <a:endParaRPr lang="en-IN"/>
        </a:p>
      </dgm:t>
    </dgm:pt>
    <dgm:pt modelId="{40A72533-46BD-488D-B8C3-1C2CCF00BAC8}">
      <dgm:prSet phldrT="[Text]"/>
      <dgm:spPr/>
      <dgm:t>
        <a:bodyPr/>
        <a:lstStyle/>
        <a:p>
          <a:r>
            <a:rPr lang="en-IN" dirty="0"/>
            <a:t>Happiness </a:t>
          </a:r>
        </a:p>
      </dgm:t>
    </dgm:pt>
    <dgm:pt modelId="{BE186A1F-2416-456F-AA62-8D738A951BE6}" type="parTrans" cxnId="{B78D2037-C659-43C2-A5CF-E40B82865370}">
      <dgm:prSet/>
      <dgm:spPr/>
      <dgm:t>
        <a:bodyPr/>
        <a:lstStyle/>
        <a:p>
          <a:endParaRPr lang="en-IN"/>
        </a:p>
      </dgm:t>
    </dgm:pt>
    <dgm:pt modelId="{4A94B95A-F4BA-4192-8531-4DD9CDA210F5}" type="sibTrans" cxnId="{B78D2037-C659-43C2-A5CF-E40B82865370}">
      <dgm:prSet/>
      <dgm:spPr/>
      <dgm:t>
        <a:bodyPr/>
        <a:lstStyle/>
        <a:p>
          <a:endParaRPr lang="en-IN"/>
        </a:p>
      </dgm:t>
    </dgm:pt>
    <dgm:pt modelId="{738BD129-3AC6-40A2-96DE-90BA1F28A16D}" type="pres">
      <dgm:prSet presAssocID="{5BF49CDF-B9C4-46E4-BA9B-43F3D77A6E21}" presName="Name0" presStyleCnt="0">
        <dgm:presLayoutVars>
          <dgm:dir/>
          <dgm:animLvl val="lvl"/>
          <dgm:resizeHandles val="exact"/>
        </dgm:presLayoutVars>
      </dgm:prSet>
      <dgm:spPr/>
    </dgm:pt>
    <dgm:pt modelId="{A725C2CD-65B0-4A48-B6AF-EBF5CCFFA0E5}" type="pres">
      <dgm:prSet presAssocID="{CFFBDCDE-0501-43E9-88C6-97C18C983797}" presName="composite" presStyleCnt="0"/>
      <dgm:spPr/>
    </dgm:pt>
    <dgm:pt modelId="{860B9B02-4162-415D-AA24-9C72B732E7AF}" type="pres">
      <dgm:prSet presAssocID="{CFFBDCDE-0501-43E9-88C6-97C18C98379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7E91CAF3-3063-463E-B423-D345F5CE84A7}" type="pres">
      <dgm:prSet presAssocID="{CFFBDCDE-0501-43E9-88C6-97C18C983797}" presName="desTx" presStyleLbl="alignAccFollowNode1" presStyleIdx="0" presStyleCnt="3">
        <dgm:presLayoutVars>
          <dgm:bulletEnabled val="1"/>
        </dgm:presLayoutVars>
      </dgm:prSet>
      <dgm:spPr/>
    </dgm:pt>
    <dgm:pt modelId="{3F6E161F-42B5-4C5F-B146-03A8747CE9E3}" type="pres">
      <dgm:prSet presAssocID="{CA3048F7-4B58-43C4-B8B8-3824F58E9CF7}" presName="space" presStyleCnt="0"/>
      <dgm:spPr/>
    </dgm:pt>
    <dgm:pt modelId="{368D24EE-2245-4717-8281-3D16EC5CA61E}" type="pres">
      <dgm:prSet presAssocID="{20F48624-D91C-43E2-A9C5-CEAC8B79B8A9}" presName="composite" presStyleCnt="0"/>
      <dgm:spPr/>
    </dgm:pt>
    <dgm:pt modelId="{DA3CF6EA-34BF-4814-A672-E01F06A7ADAB}" type="pres">
      <dgm:prSet presAssocID="{20F48624-D91C-43E2-A9C5-CEAC8B79B8A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8E6E2BD-87FB-4B07-BD3A-AFCE9DF1A5F1}" type="pres">
      <dgm:prSet presAssocID="{20F48624-D91C-43E2-A9C5-CEAC8B79B8A9}" presName="desTx" presStyleLbl="alignAccFollowNode1" presStyleIdx="1" presStyleCnt="3">
        <dgm:presLayoutVars>
          <dgm:bulletEnabled val="1"/>
        </dgm:presLayoutVars>
      </dgm:prSet>
      <dgm:spPr/>
    </dgm:pt>
    <dgm:pt modelId="{5E83C500-4DE7-4E2E-8105-B609AB5FFA7D}" type="pres">
      <dgm:prSet presAssocID="{51852C27-7731-4769-A0FD-19AFD454E14C}" presName="space" presStyleCnt="0"/>
      <dgm:spPr/>
    </dgm:pt>
    <dgm:pt modelId="{B9ACFC4D-2853-4805-A6A7-6877DBAE1C97}" type="pres">
      <dgm:prSet presAssocID="{6B04262B-E363-4F46-8E82-5B0D830C8693}" presName="composite" presStyleCnt="0"/>
      <dgm:spPr/>
    </dgm:pt>
    <dgm:pt modelId="{BFB2299F-F69F-425C-BCDB-73C92C672C42}" type="pres">
      <dgm:prSet presAssocID="{6B04262B-E363-4F46-8E82-5B0D830C869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750F6BD-857B-4589-8CCA-DBC01D77EFB2}" type="pres">
      <dgm:prSet presAssocID="{6B04262B-E363-4F46-8E82-5B0D830C869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633E2D01-2D08-41F4-A729-E2E30EDDB4E8}" srcId="{20F48624-D91C-43E2-A9C5-CEAC8B79B8A9}" destId="{8C138F48-B704-4E8C-8BE7-70BD95F37B3E}" srcOrd="3" destOrd="0" parTransId="{6407A8AD-97F7-4257-89F1-4FD71E7C3E07}" sibTransId="{1D267E8A-95BA-4361-AB8E-14EDEF5C5E11}"/>
    <dgm:cxn modelId="{CCBCCA05-7843-4C86-9E00-B1D94BBD7DAB}" type="presOf" srcId="{013A1A7E-7CEE-4CF5-8AE0-4298282F3731}" destId="{6750F6BD-857B-4589-8CCA-DBC01D77EFB2}" srcOrd="0" destOrd="0" presId="urn:microsoft.com/office/officeart/2005/8/layout/hList1"/>
    <dgm:cxn modelId="{50DB331A-28C9-414A-8903-FD958A9FD6C9}" srcId="{CFFBDCDE-0501-43E9-88C6-97C18C983797}" destId="{8B1656BC-7D87-4F3F-A0F2-807FC56BD714}" srcOrd="3" destOrd="0" parTransId="{8ABA22C5-E0AC-422D-A917-868AD708B959}" sibTransId="{B05ABBA3-C39A-40CD-8A32-BF95DEE6167A}"/>
    <dgm:cxn modelId="{3B4A721C-516E-4820-AE2D-376885070632}" srcId="{6B04262B-E363-4F46-8E82-5B0D830C8693}" destId="{2B5798C9-F675-4130-8146-8A474BB76B58}" srcOrd="2" destOrd="0" parTransId="{F0695FF8-4E21-457E-86C7-660835D073E5}" sibTransId="{B5369A5D-79DC-4F9D-90B3-145CD39931DB}"/>
    <dgm:cxn modelId="{A755361E-5849-45D7-9DB6-7BB67C6B576D}" srcId="{6B04262B-E363-4F46-8E82-5B0D830C8693}" destId="{EB5DFBFF-169A-490D-B5E3-1ADBF603BCA2}" srcOrd="1" destOrd="0" parTransId="{981A2BC6-71ED-44ED-B765-34EA2B40C79E}" sibTransId="{8DB74328-19E6-4CEE-B5B6-F4B0B8D82C20}"/>
    <dgm:cxn modelId="{ED595826-0585-4713-A094-CDB5D2E1C332}" type="presOf" srcId="{CFFBDCDE-0501-43E9-88C6-97C18C983797}" destId="{860B9B02-4162-415D-AA24-9C72B732E7AF}" srcOrd="0" destOrd="0" presId="urn:microsoft.com/office/officeart/2005/8/layout/hList1"/>
    <dgm:cxn modelId="{F1D3592F-53C2-4C3B-ACFD-2AAD01D33CBE}" type="presOf" srcId="{20F48624-D91C-43E2-A9C5-CEAC8B79B8A9}" destId="{DA3CF6EA-34BF-4814-A672-E01F06A7ADAB}" srcOrd="0" destOrd="0" presId="urn:microsoft.com/office/officeart/2005/8/layout/hList1"/>
    <dgm:cxn modelId="{927F5134-1924-48BC-A612-46F8C9FA8F22}" srcId="{5BF49CDF-B9C4-46E4-BA9B-43F3D77A6E21}" destId="{6B04262B-E363-4F46-8E82-5B0D830C8693}" srcOrd="2" destOrd="0" parTransId="{00CD310B-1D28-4484-ADD1-5B396E198281}" sibTransId="{46385915-1FF8-4D1C-B4C5-ED199FCFE785}"/>
    <dgm:cxn modelId="{B78D2037-C659-43C2-A5CF-E40B82865370}" srcId="{6B04262B-E363-4F46-8E82-5B0D830C8693}" destId="{40A72533-46BD-488D-B8C3-1C2CCF00BAC8}" srcOrd="3" destOrd="0" parTransId="{BE186A1F-2416-456F-AA62-8D738A951BE6}" sibTransId="{4A94B95A-F4BA-4192-8531-4DD9CDA210F5}"/>
    <dgm:cxn modelId="{101E0739-1A2C-4226-A7C6-5B5CF6696202}" type="presOf" srcId="{ADEF171F-20A0-4B67-B720-E4E8CDF98101}" destId="{D8E6E2BD-87FB-4B07-BD3A-AFCE9DF1A5F1}" srcOrd="0" destOrd="2" presId="urn:microsoft.com/office/officeart/2005/8/layout/hList1"/>
    <dgm:cxn modelId="{D1FA1840-4401-491E-ACE0-285C81A3C35F}" srcId="{CFFBDCDE-0501-43E9-88C6-97C18C983797}" destId="{EE19C93B-59D7-435A-B0A2-2891EFD0FA26}" srcOrd="5" destOrd="0" parTransId="{8C797087-6AF6-4F4F-A7F5-69FBF525B9F6}" sibTransId="{EC067722-445E-45AB-9557-5C98FC963FA8}"/>
    <dgm:cxn modelId="{8C9FB444-FDFA-4FB1-BA57-D635FFB76F84}" srcId="{CFFBDCDE-0501-43E9-88C6-97C18C983797}" destId="{D3A7A7FB-A373-43BF-B1B5-68812C26483E}" srcOrd="4" destOrd="0" parTransId="{652A1C5A-9CB4-4754-9758-5E77A71FA498}" sibTransId="{8898F1B5-41C4-47A6-9551-42973692A37F}"/>
    <dgm:cxn modelId="{EAEFF367-6897-45FB-84FA-F43E310FA754}" srcId="{6B04262B-E363-4F46-8E82-5B0D830C8693}" destId="{D9807FD9-216B-4C6A-BBA1-3F11A1D7545A}" srcOrd="4" destOrd="0" parTransId="{232FAC1B-7FC4-405A-B783-695B91716094}" sibTransId="{64FC3541-59BE-48D7-A7F8-F4D10276B279}"/>
    <dgm:cxn modelId="{3573C648-B12F-480F-97C5-47132B32D021}" type="presOf" srcId="{383E26E4-F1E4-4E28-A40D-7601D6609492}" destId="{7E91CAF3-3063-463E-B423-D345F5CE84A7}" srcOrd="0" destOrd="1" presId="urn:microsoft.com/office/officeart/2005/8/layout/hList1"/>
    <dgm:cxn modelId="{42E8946B-4CE0-4FC2-894B-94F15CF820D0}" srcId="{20F48624-D91C-43E2-A9C5-CEAC8B79B8A9}" destId="{BCFA3196-F688-4F8E-AD74-2DDBE072CECF}" srcOrd="0" destOrd="0" parTransId="{622F4881-71FD-4261-B653-D72346042045}" sibTransId="{C8A6D708-EF19-4271-9E34-8BBA63946CF6}"/>
    <dgm:cxn modelId="{A20A3D6C-33F0-4AD8-9E76-A75320E7DA59}" srcId="{CFFBDCDE-0501-43E9-88C6-97C18C983797}" destId="{383E26E4-F1E4-4E28-A40D-7601D6609492}" srcOrd="1" destOrd="0" parTransId="{D29D301C-3552-49D7-8EE9-FE14DE736DF2}" sibTransId="{CCB32CE2-D3A0-4A91-A1F5-FC53CE623F93}"/>
    <dgm:cxn modelId="{D475AD72-C4CE-469A-96CF-AB456B27A14F}" type="presOf" srcId="{D9807FD9-216B-4C6A-BBA1-3F11A1D7545A}" destId="{6750F6BD-857B-4589-8CCA-DBC01D77EFB2}" srcOrd="0" destOrd="4" presId="urn:microsoft.com/office/officeart/2005/8/layout/hList1"/>
    <dgm:cxn modelId="{2EB5E979-0F29-4BBB-A60C-677C4372F001}" type="presOf" srcId="{5BF49CDF-B9C4-46E4-BA9B-43F3D77A6E21}" destId="{738BD129-3AC6-40A2-96DE-90BA1F28A16D}" srcOrd="0" destOrd="0" presId="urn:microsoft.com/office/officeart/2005/8/layout/hList1"/>
    <dgm:cxn modelId="{2979AD82-F9D7-4605-9550-A44A5C6FDEEE}" type="presOf" srcId="{6B04262B-E363-4F46-8E82-5B0D830C8693}" destId="{BFB2299F-F69F-425C-BCDB-73C92C672C42}" srcOrd="0" destOrd="0" presId="urn:microsoft.com/office/officeart/2005/8/layout/hList1"/>
    <dgm:cxn modelId="{3A004985-31E3-492B-916F-15964DD97D25}" type="presOf" srcId="{EB5DFBFF-169A-490D-B5E3-1ADBF603BCA2}" destId="{6750F6BD-857B-4589-8CCA-DBC01D77EFB2}" srcOrd="0" destOrd="1" presId="urn:microsoft.com/office/officeart/2005/8/layout/hList1"/>
    <dgm:cxn modelId="{665EC788-EB7A-48EC-BF56-132162619038}" type="presOf" srcId="{8C138F48-B704-4E8C-8BE7-70BD95F37B3E}" destId="{D8E6E2BD-87FB-4B07-BD3A-AFCE9DF1A5F1}" srcOrd="0" destOrd="3" presId="urn:microsoft.com/office/officeart/2005/8/layout/hList1"/>
    <dgm:cxn modelId="{B105F78C-56FB-4770-BD3B-03933EFD5BBD}" srcId="{6B04262B-E363-4F46-8E82-5B0D830C8693}" destId="{013A1A7E-7CEE-4CF5-8AE0-4298282F3731}" srcOrd="0" destOrd="0" parTransId="{84432A89-1318-416F-BC7D-354F47C9786F}" sibTransId="{C6E048E8-F5BB-4DCF-B9D7-47C936014971}"/>
    <dgm:cxn modelId="{C52CAD92-B90A-4F91-BBC5-C1305213ABF1}" type="presOf" srcId="{40A72533-46BD-488D-B8C3-1C2CCF00BAC8}" destId="{6750F6BD-857B-4589-8CCA-DBC01D77EFB2}" srcOrd="0" destOrd="3" presId="urn:microsoft.com/office/officeart/2005/8/layout/hList1"/>
    <dgm:cxn modelId="{A63F0196-EB21-4752-A148-3CA11440FFD9}" type="presOf" srcId="{2B5798C9-F675-4130-8146-8A474BB76B58}" destId="{6750F6BD-857B-4589-8CCA-DBC01D77EFB2}" srcOrd="0" destOrd="2" presId="urn:microsoft.com/office/officeart/2005/8/layout/hList1"/>
    <dgm:cxn modelId="{EAE5C5A0-A220-4857-80D2-056C680FA1F2}" type="presOf" srcId="{8B1656BC-7D87-4F3F-A0F2-807FC56BD714}" destId="{7E91CAF3-3063-463E-B423-D345F5CE84A7}" srcOrd="0" destOrd="3" presId="urn:microsoft.com/office/officeart/2005/8/layout/hList1"/>
    <dgm:cxn modelId="{CC48BFB3-E4D9-4D06-8EF5-6E8BA7F36609}" srcId="{CFFBDCDE-0501-43E9-88C6-97C18C983797}" destId="{CA46EE28-46F6-4ABE-A517-F08231C5E281}" srcOrd="2" destOrd="0" parTransId="{95818239-1A56-4500-B476-7BF816F5BED0}" sibTransId="{8ADE48D6-3219-4DA5-9597-80355371F569}"/>
    <dgm:cxn modelId="{E438ADB9-AEF2-4997-91AB-342C9FA0794E}" srcId="{20F48624-D91C-43E2-A9C5-CEAC8B79B8A9}" destId="{C198F9A0-3DE4-4B1A-B5C9-009935BE5D3A}" srcOrd="1" destOrd="0" parTransId="{37BC1182-F440-4977-B7E9-E4957411FED5}" sibTransId="{F66ABAA6-8DE9-4327-AAEF-D19BF181D704}"/>
    <dgm:cxn modelId="{82C485BF-0CCB-4A96-BEEE-2164022E976A}" srcId="{5BF49CDF-B9C4-46E4-BA9B-43F3D77A6E21}" destId="{20F48624-D91C-43E2-A9C5-CEAC8B79B8A9}" srcOrd="1" destOrd="0" parTransId="{06A9444B-6435-4315-A5F7-FF851078AA5D}" sibTransId="{51852C27-7731-4769-A0FD-19AFD454E14C}"/>
    <dgm:cxn modelId="{17F9BECC-68EE-4B99-86C2-93F7F65E5DB6}" srcId="{CFFBDCDE-0501-43E9-88C6-97C18C983797}" destId="{2CA5AE0C-7EB2-4FC5-ABCD-31635E28A358}" srcOrd="0" destOrd="0" parTransId="{0EAD96C5-5AFC-47EE-B419-9E06DDB1D88F}" sibTransId="{10A41A2C-E826-4047-870F-6A01C92DE858}"/>
    <dgm:cxn modelId="{E921F1CC-4F1D-4D28-9CFA-E37DE7883821}" type="presOf" srcId="{CA46EE28-46F6-4ABE-A517-F08231C5E281}" destId="{7E91CAF3-3063-463E-B423-D345F5CE84A7}" srcOrd="0" destOrd="2" presId="urn:microsoft.com/office/officeart/2005/8/layout/hList1"/>
    <dgm:cxn modelId="{12BF9BCE-494B-4E72-A4D8-65885F0727B3}" type="presOf" srcId="{EE19C93B-59D7-435A-B0A2-2891EFD0FA26}" destId="{7E91CAF3-3063-463E-B423-D345F5CE84A7}" srcOrd="0" destOrd="5" presId="urn:microsoft.com/office/officeart/2005/8/layout/hList1"/>
    <dgm:cxn modelId="{FBD247DC-6FDF-4EC5-9565-7359837936B3}" type="presOf" srcId="{D3A7A7FB-A373-43BF-B1B5-68812C26483E}" destId="{7E91CAF3-3063-463E-B423-D345F5CE84A7}" srcOrd="0" destOrd="4" presId="urn:microsoft.com/office/officeart/2005/8/layout/hList1"/>
    <dgm:cxn modelId="{7E3479E0-F350-45D9-88B2-1A7DE6EE2A69}" type="presOf" srcId="{BCFA3196-F688-4F8E-AD74-2DDBE072CECF}" destId="{D8E6E2BD-87FB-4B07-BD3A-AFCE9DF1A5F1}" srcOrd="0" destOrd="0" presId="urn:microsoft.com/office/officeart/2005/8/layout/hList1"/>
    <dgm:cxn modelId="{C307EAE3-8319-4FE6-922C-3EC6BF7750F0}" srcId="{20F48624-D91C-43E2-A9C5-CEAC8B79B8A9}" destId="{ADEF171F-20A0-4B67-B720-E4E8CDF98101}" srcOrd="2" destOrd="0" parTransId="{BE621E37-8514-4D4F-BDFB-7990FFAA14EA}" sibTransId="{DB719B4F-85FC-4DD4-81A4-6B0ECCAD5F73}"/>
    <dgm:cxn modelId="{0210DFEF-6D8B-45AC-AA23-558447F86755}" srcId="{5BF49CDF-B9C4-46E4-BA9B-43F3D77A6E21}" destId="{CFFBDCDE-0501-43E9-88C6-97C18C983797}" srcOrd="0" destOrd="0" parTransId="{2C19030A-92C0-43C0-8473-33A77EA3903A}" sibTransId="{CA3048F7-4B58-43C4-B8B8-3824F58E9CF7}"/>
    <dgm:cxn modelId="{686D80F0-A3F1-4C12-BB74-54AB88E0D1FC}" type="presOf" srcId="{2CA5AE0C-7EB2-4FC5-ABCD-31635E28A358}" destId="{7E91CAF3-3063-463E-B423-D345F5CE84A7}" srcOrd="0" destOrd="0" presId="urn:microsoft.com/office/officeart/2005/8/layout/hList1"/>
    <dgm:cxn modelId="{C5AF81F7-CD3D-4842-8244-8CD8162F9D7E}" type="presOf" srcId="{C198F9A0-3DE4-4B1A-B5C9-009935BE5D3A}" destId="{D8E6E2BD-87FB-4B07-BD3A-AFCE9DF1A5F1}" srcOrd="0" destOrd="1" presId="urn:microsoft.com/office/officeart/2005/8/layout/hList1"/>
    <dgm:cxn modelId="{E3F09504-BEA5-4166-A9ED-EA6C15FB05AA}" type="presParOf" srcId="{738BD129-3AC6-40A2-96DE-90BA1F28A16D}" destId="{A725C2CD-65B0-4A48-B6AF-EBF5CCFFA0E5}" srcOrd="0" destOrd="0" presId="urn:microsoft.com/office/officeart/2005/8/layout/hList1"/>
    <dgm:cxn modelId="{7FE8E5BA-8181-4283-926C-2566CBEA58E6}" type="presParOf" srcId="{A725C2CD-65B0-4A48-B6AF-EBF5CCFFA0E5}" destId="{860B9B02-4162-415D-AA24-9C72B732E7AF}" srcOrd="0" destOrd="0" presId="urn:microsoft.com/office/officeart/2005/8/layout/hList1"/>
    <dgm:cxn modelId="{1C3F3DCE-A02F-4DA1-9A63-81E7FC458E82}" type="presParOf" srcId="{A725C2CD-65B0-4A48-B6AF-EBF5CCFFA0E5}" destId="{7E91CAF3-3063-463E-B423-D345F5CE84A7}" srcOrd="1" destOrd="0" presId="urn:microsoft.com/office/officeart/2005/8/layout/hList1"/>
    <dgm:cxn modelId="{65F22BD0-087F-45C8-BBDD-7C11CF52FC49}" type="presParOf" srcId="{738BD129-3AC6-40A2-96DE-90BA1F28A16D}" destId="{3F6E161F-42B5-4C5F-B146-03A8747CE9E3}" srcOrd="1" destOrd="0" presId="urn:microsoft.com/office/officeart/2005/8/layout/hList1"/>
    <dgm:cxn modelId="{A76B718D-EA3C-48AC-894C-99A3D933888A}" type="presParOf" srcId="{738BD129-3AC6-40A2-96DE-90BA1F28A16D}" destId="{368D24EE-2245-4717-8281-3D16EC5CA61E}" srcOrd="2" destOrd="0" presId="urn:microsoft.com/office/officeart/2005/8/layout/hList1"/>
    <dgm:cxn modelId="{F9426457-E779-4D7E-9039-EE11D0D0D6CA}" type="presParOf" srcId="{368D24EE-2245-4717-8281-3D16EC5CA61E}" destId="{DA3CF6EA-34BF-4814-A672-E01F06A7ADAB}" srcOrd="0" destOrd="0" presId="urn:microsoft.com/office/officeart/2005/8/layout/hList1"/>
    <dgm:cxn modelId="{3CE11EB3-28EC-4C99-8ADC-B8AE372FAF7E}" type="presParOf" srcId="{368D24EE-2245-4717-8281-3D16EC5CA61E}" destId="{D8E6E2BD-87FB-4B07-BD3A-AFCE9DF1A5F1}" srcOrd="1" destOrd="0" presId="urn:microsoft.com/office/officeart/2005/8/layout/hList1"/>
    <dgm:cxn modelId="{839A9F97-239A-42AF-BB00-FD856AF4BCE0}" type="presParOf" srcId="{738BD129-3AC6-40A2-96DE-90BA1F28A16D}" destId="{5E83C500-4DE7-4E2E-8105-B609AB5FFA7D}" srcOrd="3" destOrd="0" presId="urn:microsoft.com/office/officeart/2005/8/layout/hList1"/>
    <dgm:cxn modelId="{C7B175A6-E47A-44F0-9D24-201D22CB57B3}" type="presParOf" srcId="{738BD129-3AC6-40A2-96DE-90BA1F28A16D}" destId="{B9ACFC4D-2853-4805-A6A7-6877DBAE1C97}" srcOrd="4" destOrd="0" presId="urn:microsoft.com/office/officeart/2005/8/layout/hList1"/>
    <dgm:cxn modelId="{C6A548C1-81EF-48D5-A11F-17DC96996537}" type="presParOf" srcId="{B9ACFC4D-2853-4805-A6A7-6877DBAE1C97}" destId="{BFB2299F-F69F-425C-BCDB-73C92C672C42}" srcOrd="0" destOrd="0" presId="urn:microsoft.com/office/officeart/2005/8/layout/hList1"/>
    <dgm:cxn modelId="{D030E0D9-781F-40C3-A688-C39CD5342D31}" type="presParOf" srcId="{B9ACFC4D-2853-4805-A6A7-6877DBAE1C97}" destId="{6750F6BD-857B-4589-8CCA-DBC01D77EFB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C38C86-EE0F-4E0E-BC65-DEAE2E475775}">
      <dsp:nvSpPr>
        <dsp:cNvPr id="0" name=""/>
        <dsp:cNvSpPr/>
      </dsp:nvSpPr>
      <dsp:spPr>
        <a:xfrm>
          <a:off x="3921378" y="1273980"/>
          <a:ext cx="2672843" cy="267284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/>
            <a:t>Success:</a:t>
          </a:r>
        </a:p>
      </dsp:txBody>
      <dsp:txXfrm>
        <a:off x="4312807" y="1665409"/>
        <a:ext cx="1889985" cy="1889985"/>
      </dsp:txXfrm>
    </dsp:sp>
    <dsp:sp modelId="{463FBF58-794D-4978-BD2D-0EE426E9C708}">
      <dsp:nvSpPr>
        <dsp:cNvPr id="0" name=""/>
        <dsp:cNvSpPr/>
      </dsp:nvSpPr>
      <dsp:spPr>
        <a:xfrm>
          <a:off x="4589589" y="203257"/>
          <a:ext cx="1336421" cy="133642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personal talents</a:t>
          </a:r>
        </a:p>
      </dsp:txBody>
      <dsp:txXfrm>
        <a:off x="4785303" y="398971"/>
        <a:ext cx="944993" cy="944993"/>
      </dsp:txXfrm>
    </dsp:sp>
    <dsp:sp modelId="{0A7764FF-AEF0-4F25-BC72-10569EF84AE0}">
      <dsp:nvSpPr>
        <dsp:cNvPr id="0" name=""/>
        <dsp:cNvSpPr/>
      </dsp:nvSpPr>
      <dsp:spPr>
        <a:xfrm>
          <a:off x="6095550" y="2811658"/>
          <a:ext cx="1336421" cy="133642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Strengths </a:t>
          </a:r>
        </a:p>
      </dsp:txBody>
      <dsp:txXfrm>
        <a:off x="6291264" y="3007372"/>
        <a:ext cx="944993" cy="944993"/>
      </dsp:txXfrm>
    </dsp:sp>
    <dsp:sp modelId="{1581DCE9-8D9E-466C-BD90-37E08EDE8B01}">
      <dsp:nvSpPr>
        <dsp:cNvPr id="0" name=""/>
        <dsp:cNvSpPr/>
      </dsp:nvSpPr>
      <dsp:spPr>
        <a:xfrm>
          <a:off x="3083627" y="2811658"/>
          <a:ext cx="1336421" cy="1336421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Analytical intelligence </a:t>
          </a:r>
        </a:p>
      </dsp:txBody>
      <dsp:txXfrm>
        <a:off x="3279341" y="3007372"/>
        <a:ext cx="944993" cy="9449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4C8931-AB7E-446D-9E4D-A532775AFDDF}">
      <dsp:nvSpPr>
        <dsp:cNvPr id="0" name=""/>
        <dsp:cNvSpPr/>
      </dsp:nvSpPr>
      <dsp:spPr>
        <a:xfrm rot="5400000">
          <a:off x="2536096" y="-793879"/>
          <a:ext cx="1018540" cy="286622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dirty="0"/>
            <a:t>How do you make things happen?" These strengths may help you turn ideas into reality.</a:t>
          </a:r>
          <a:endParaRPr lang="en-IN" sz="1300" kern="1200" dirty="0"/>
        </a:p>
      </dsp:txBody>
      <dsp:txXfrm rot="-5400000">
        <a:off x="1612253" y="179685"/>
        <a:ext cx="2816506" cy="919098"/>
      </dsp:txXfrm>
    </dsp:sp>
    <dsp:sp modelId="{65173514-A914-4EC4-88C3-E06720257F59}">
      <dsp:nvSpPr>
        <dsp:cNvPr id="0" name=""/>
        <dsp:cNvSpPr/>
      </dsp:nvSpPr>
      <dsp:spPr>
        <a:xfrm>
          <a:off x="0" y="2647"/>
          <a:ext cx="1612253" cy="1273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Executing: </a:t>
          </a:r>
          <a:endParaRPr lang="en-IN" sz="1800" kern="1200"/>
        </a:p>
      </dsp:txBody>
      <dsp:txXfrm>
        <a:off x="62151" y="64798"/>
        <a:ext cx="1487951" cy="1148873"/>
      </dsp:txXfrm>
    </dsp:sp>
    <dsp:sp modelId="{4870AE95-EF7C-423F-92A8-B15B992E7BC8}">
      <dsp:nvSpPr>
        <dsp:cNvPr id="0" name=""/>
        <dsp:cNvSpPr/>
      </dsp:nvSpPr>
      <dsp:spPr>
        <a:xfrm rot="5400000">
          <a:off x="2536096" y="542955"/>
          <a:ext cx="1018540" cy="286622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i="0" kern="1200" dirty="0"/>
            <a:t>How do you influence others?" They may help you take charge, speak up and make sure others are heard.</a:t>
          </a:r>
          <a:endParaRPr lang="en-IN" sz="1300" kern="1200" dirty="0"/>
        </a:p>
      </dsp:txBody>
      <dsp:txXfrm rot="-5400000">
        <a:off x="1612253" y="1516520"/>
        <a:ext cx="2816506" cy="919098"/>
      </dsp:txXfrm>
    </dsp:sp>
    <dsp:sp modelId="{9262E63D-DE57-415A-8A2F-BC4DCEEC1C6F}">
      <dsp:nvSpPr>
        <dsp:cNvPr id="0" name=""/>
        <dsp:cNvSpPr/>
      </dsp:nvSpPr>
      <dsp:spPr>
        <a:xfrm>
          <a:off x="0" y="1339481"/>
          <a:ext cx="1612253" cy="1273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Influencing: </a:t>
          </a:r>
          <a:endParaRPr lang="en-IN" sz="1800" kern="1200"/>
        </a:p>
      </dsp:txBody>
      <dsp:txXfrm>
        <a:off x="62151" y="1401632"/>
        <a:ext cx="1487951" cy="1148873"/>
      </dsp:txXfrm>
    </dsp:sp>
    <dsp:sp modelId="{F30AE220-E938-4DF9-A7DD-E8F54D973A3B}">
      <dsp:nvSpPr>
        <dsp:cNvPr id="0" name=""/>
        <dsp:cNvSpPr/>
      </dsp:nvSpPr>
      <dsp:spPr>
        <a:xfrm rot="5400000">
          <a:off x="2536096" y="1879789"/>
          <a:ext cx="1018540" cy="286622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How do you build and nurture strong relationships?" They may help you hold a team together.</a:t>
          </a:r>
          <a:endParaRPr lang="en-IN" sz="1300" kern="1200"/>
        </a:p>
      </dsp:txBody>
      <dsp:txXfrm rot="-5400000">
        <a:off x="1612253" y="2853354"/>
        <a:ext cx="2816506" cy="919098"/>
      </dsp:txXfrm>
    </dsp:sp>
    <dsp:sp modelId="{324A870B-CD22-4B47-B68B-7C0577F5FB8F}">
      <dsp:nvSpPr>
        <dsp:cNvPr id="0" name=""/>
        <dsp:cNvSpPr/>
      </dsp:nvSpPr>
      <dsp:spPr>
        <a:xfrm>
          <a:off x="0" y="2676315"/>
          <a:ext cx="1612253" cy="1273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Relationship building: </a:t>
          </a:r>
          <a:endParaRPr lang="en-IN" sz="1800" kern="1200"/>
        </a:p>
      </dsp:txBody>
      <dsp:txXfrm>
        <a:off x="62151" y="2738466"/>
        <a:ext cx="1487951" cy="1148873"/>
      </dsp:txXfrm>
    </dsp:sp>
    <dsp:sp modelId="{C1B25F2D-E586-4F8C-B411-E8CF42E4409E}">
      <dsp:nvSpPr>
        <dsp:cNvPr id="0" name=""/>
        <dsp:cNvSpPr/>
      </dsp:nvSpPr>
      <dsp:spPr>
        <a:xfrm rot="5400000">
          <a:off x="2536096" y="3216623"/>
          <a:ext cx="1018540" cy="286622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How do you absorb, think about and analyze information and situations?" They may help you make better decisions and create better outcomes.</a:t>
          </a:r>
          <a:endParaRPr lang="en-IN" sz="1300" kern="1200"/>
        </a:p>
      </dsp:txBody>
      <dsp:txXfrm rot="-5400000">
        <a:off x="1612253" y="4190188"/>
        <a:ext cx="2816506" cy="919098"/>
      </dsp:txXfrm>
    </dsp:sp>
    <dsp:sp modelId="{65E8ABEF-3816-4AB0-BD8C-440281127EBB}">
      <dsp:nvSpPr>
        <dsp:cNvPr id="0" name=""/>
        <dsp:cNvSpPr/>
      </dsp:nvSpPr>
      <dsp:spPr>
        <a:xfrm>
          <a:off x="0" y="4013149"/>
          <a:ext cx="1612253" cy="1273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Strategic thinking domain:</a:t>
          </a:r>
          <a:endParaRPr lang="en-IN" sz="1800" kern="1200"/>
        </a:p>
      </dsp:txBody>
      <dsp:txXfrm>
        <a:off x="62151" y="4075300"/>
        <a:ext cx="1487951" cy="11488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A659B2-A146-49AD-8BB1-EEED40D1EB37}">
      <dsp:nvSpPr>
        <dsp:cNvPr id="0" name=""/>
        <dsp:cNvSpPr/>
      </dsp:nvSpPr>
      <dsp:spPr>
        <a:xfrm>
          <a:off x="0" y="118"/>
          <a:ext cx="1090506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9C8DCE-A761-43B4-AD24-0DC99F019942}">
      <dsp:nvSpPr>
        <dsp:cNvPr id="0" name=""/>
        <dsp:cNvSpPr/>
      </dsp:nvSpPr>
      <dsp:spPr>
        <a:xfrm>
          <a:off x="0" y="118"/>
          <a:ext cx="2839128" cy="3264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t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400" kern="1200" dirty="0"/>
            <a:t>Well- being</a:t>
          </a:r>
        </a:p>
      </dsp:txBody>
      <dsp:txXfrm>
        <a:off x="0" y="118"/>
        <a:ext cx="2839128" cy="3264164"/>
      </dsp:txXfrm>
    </dsp:sp>
    <dsp:sp modelId="{7C1D625D-202D-452B-B386-931BE08930DB}">
      <dsp:nvSpPr>
        <dsp:cNvPr id="0" name=""/>
        <dsp:cNvSpPr/>
      </dsp:nvSpPr>
      <dsp:spPr>
        <a:xfrm>
          <a:off x="2990245" y="30690"/>
          <a:ext cx="7908409" cy="611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Happiness (spontaneous reflection of pleasant- unpleasant feelings in immediate experience)</a:t>
          </a:r>
        </a:p>
      </dsp:txBody>
      <dsp:txXfrm>
        <a:off x="2990245" y="30690"/>
        <a:ext cx="7908409" cy="611436"/>
      </dsp:txXfrm>
    </dsp:sp>
    <dsp:sp modelId="{E5D1EBA6-94A5-4C60-9990-B311364885B0}">
      <dsp:nvSpPr>
        <dsp:cNvPr id="0" name=""/>
        <dsp:cNvSpPr/>
      </dsp:nvSpPr>
      <dsp:spPr>
        <a:xfrm>
          <a:off x="2839128" y="642126"/>
          <a:ext cx="80595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6D08B5-26D7-4BDE-BFE5-AC3DD2C12FE9}">
      <dsp:nvSpPr>
        <dsp:cNvPr id="0" name=""/>
        <dsp:cNvSpPr/>
      </dsp:nvSpPr>
      <dsp:spPr>
        <a:xfrm>
          <a:off x="2990245" y="672698"/>
          <a:ext cx="7908409" cy="611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Realizing one’s potential</a:t>
          </a:r>
        </a:p>
      </dsp:txBody>
      <dsp:txXfrm>
        <a:off x="2990245" y="672698"/>
        <a:ext cx="7908409" cy="611436"/>
      </dsp:txXfrm>
    </dsp:sp>
    <dsp:sp modelId="{05FF6BC6-6D29-49B9-85EC-1ED159D7D0C5}">
      <dsp:nvSpPr>
        <dsp:cNvPr id="0" name=""/>
        <dsp:cNvSpPr/>
      </dsp:nvSpPr>
      <dsp:spPr>
        <a:xfrm>
          <a:off x="2839128" y="1284135"/>
          <a:ext cx="80595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07A3EE-A225-4125-9992-BF4A3B0F16D1}">
      <dsp:nvSpPr>
        <dsp:cNvPr id="0" name=""/>
        <dsp:cNvSpPr/>
      </dsp:nvSpPr>
      <dsp:spPr>
        <a:xfrm>
          <a:off x="2990245" y="1314707"/>
          <a:ext cx="7908409" cy="611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Perusing the interests </a:t>
          </a:r>
        </a:p>
      </dsp:txBody>
      <dsp:txXfrm>
        <a:off x="2990245" y="1314707"/>
        <a:ext cx="7908409" cy="611436"/>
      </dsp:txXfrm>
    </dsp:sp>
    <dsp:sp modelId="{3AE6AE8E-5E18-48D9-8FF2-A022F6B1888E}">
      <dsp:nvSpPr>
        <dsp:cNvPr id="0" name=""/>
        <dsp:cNvSpPr/>
      </dsp:nvSpPr>
      <dsp:spPr>
        <a:xfrm>
          <a:off x="2839128" y="1926143"/>
          <a:ext cx="80595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4E24FE-522F-46D9-93BE-7071C789272F}">
      <dsp:nvSpPr>
        <dsp:cNvPr id="0" name=""/>
        <dsp:cNvSpPr/>
      </dsp:nvSpPr>
      <dsp:spPr>
        <a:xfrm>
          <a:off x="2990245" y="1956715"/>
          <a:ext cx="7908409" cy="611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Nurturing others</a:t>
          </a:r>
        </a:p>
      </dsp:txBody>
      <dsp:txXfrm>
        <a:off x="2990245" y="1956715"/>
        <a:ext cx="7908409" cy="611436"/>
      </dsp:txXfrm>
    </dsp:sp>
    <dsp:sp modelId="{9BD5158A-E346-41C7-8F16-FFADE0338D7D}">
      <dsp:nvSpPr>
        <dsp:cNvPr id="0" name=""/>
        <dsp:cNvSpPr/>
      </dsp:nvSpPr>
      <dsp:spPr>
        <a:xfrm>
          <a:off x="2839128" y="2568151"/>
          <a:ext cx="80595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F95D2C-DD8B-42DC-BB28-A9383C48EAE5}">
      <dsp:nvSpPr>
        <dsp:cNvPr id="0" name=""/>
        <dsp:cNvSpPr/>
      </dsp:nvSpPr>
      <dsp:spPr>
        <a:xfrm>
          <a:off x="2990245" y="2598723"/>
          <a:ext cx="7908409" cy="611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Leading authentic lives </a:t>
          </a:r>
        </a:p>
      </dsp:txBody>
      <dsp:txXfrm>
        <a:off x="2990245" y="2598723"/>
        <a:ext cx="7908409" cy="611436"/>
      </dsp:txXfrm>
    </dsp:sp>
    <dsp:sp modelId="{ED028B1F-AF31-45FF-8152-5F7DDBDF5025}">
      <dsp:nvSpPr>
        <dsp:cNvPr id="0" name=""/>
        <dsp:cNvSpPr/>
      </dsp:nvSpPr>
      <dsp:spPr>
        <a:xfrm>
          <a:off x="2839128" y="3210160"/>
          <a:ext cx="80595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2B74E3-6A19-4016-ABC1-0C5AE773DF69}">
      <dsp:nvSpPr>
        <dsp:cNvPr id="0" name=""/>
        <dsp:cNvSpPr/>
      </dsp:nvSpPr>
      <dsp:spPr>
        <a:xfrm>
          <a:off x="2990245" y="3240732"/>
          <a:ext cx="7908409" cy="6114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Life satisfaction (sense of contentment and peace with small gap between wants and needs)</a:t>
          </a:r>
        </a:p>
      </dsp:txBody>
      <dsp:txXfrm>
        <a:off x="2990245" y="3240732"/>
        <a:ext cx="7908409" cy="611436"/>
      </dsp:txXfrm>
    </dsp:sp>
    <dsp:sp modelId="{CB719277-2810-4B01-8985-38C0ED810701}">
      <dsp:nvSpPr>
        <dsp:cNvPr id="0" name=""/>
        <dsp:cNvSpPr/>
      </dsp:nvSpPr>
      <dsp:spPr>
        <a:xfrm>
          <a:off x="2839128" y="3852168"/>
          <a:ext cx="80595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0B9B02-4162-415D-AA24-9C72B732E7AF}">
      <dsp:nvSpPr>
        <dsp:cNvPr id="0" name=""/>
        <dsp:cNvSpPr/>
      </dsp:nvSpPr>
      <dsp:spPr>
        <a:xfrm>
          <a:off x="3092" y="31263"/>
          <a:ext cx="3015565" cy="9060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Psychological well being</a:t>
          </a:r>
        </a:p>
      </dsp:txBody>
      <dsp:txXfrm>
        <a:off x="3092" y="31263"/>
        <a:ext cx="3015565" cy="906040"/>
      </dsp:txXfrm>
    </dsp:sp>
    <dsp:sp modelId="{7E91CAF3-3063-463E-B423-D345F5CE84A7}">
      <dsp:nvSpPr>
        <dsp:cNvPr id="0" name=""/>
        <dsp:cNvSpPr/>
      </dsp:nvSpPr>
      <dsp:spPr>
        <a:xfrm>
          <a:off x="3092" y="937303"/>
          <a:ext cx="3015565" cy="41394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Self- acceptance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Personal growth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Purpose in life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Environmental mastery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Autonomy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Positive relations with others </a:t>
          </a:r>
        </a:p>
      </dsp:txBody>
      <dsp:txXfrm>
        <a:off x="3092" y="937303"/>
        <a:ext cx="3015565" cy="4139459"/>
      </dsp:txXfrm>
    </dsp:sp>
    <dsp:sp modelId="{DA3CF6EA-34BF-4814-A672-E01F06A7ADAB}">
      <dsp:nvSpPr>
        <dsp:cNvPr id="0" name=""/>
        <dsp:cNvSpPr/>
      </dsp:nvSpPr>
      <dsp:spPr>
        <a:xfrm>
          <a:off x="3440838" y="31263"/>
          <a:ext cx="3015565" cy="9060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Social well- being</a:t>
          </a:r>
        </a:p>
      </dsp:txBody>
      <dsp:txXfrm>
        <a:off x="3440838" y="31263"/>
        <a:ext cx="3015565" cy="906040"/>
      </dsp:txXfrm>
    </dsp:sp>
    <dsp:sp modelId="{D8E6E2BD-87FB-4B07-BD3A-AFCE9DF1A5F1}">
      <dsp:nvSpPr>
        <dsp:cNvPr id="0" name=""/>
        <dsp:cNvSpPr/>
      </dsp:nvSpPr>
      <dsp:spPr>
        <a:xfrm>
          <a:off x="3440838" y="937303"/>
          <a:ext cx="3015565" cy="41394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Social acceptance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Social actualization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Social contribution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Social integration </a:t>
          </a:r>
        </a:p>
      </dsp:txBody>
      <dsp:txXfrm>
        <a:off x="3440838" y="937303"/>
        <a:ext cx="3015565" cy="4139459"/>
      </dsp:txXfrm>
    </dsp:sp>
    <dsp:sp modelId="{BFB2299F-F69F-425C-BCDB-73C92C672C42}">
      <dsp:nvSpPr>
        <dsp:cNvPr id="0" name=""/>
        <dsp:cNvSpPr/>
      </dsp:nvSpPr>
      <dsp:spPr>
        <a:xfrm>
          <a:off x="6878583" y="31263"/>
          <a:ext cx="3015565" cy="9060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Emotional well- being </a:t>
          </a:r>
        </a:p>
      </dsp:txBody>
      <dsp:txXfrm>
        <a:off x="6878583" y="31263"/>
        <a:ext cx="3015565" cy="906040"/>
      </dsp:txXfrm>
    </dsp:sp>
    <dsp:sp modelId="{6750F6BD-857B-4589-8CCA-DBC01D77EFB2}">
      <dsp:nvSpPr>
        <dsp:cNvPr id="0" name=""/>
        <dsp:cNvSpPr/>
      </dsp:nvSpPr>
      <dsp:spPr>
        <a:xfrm>
          <a:off x="6878583" y="937303"/>
          <a:ext cx="3015565" cy="41394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Positive affect 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(Absence) of negative affect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Life satisfaction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Happiness 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600" kern="1200" dirty="0"/>
        </a:p>
      </dsp:txBody>
      <dsp:txXfrm>
        <a:off x="6878583" y="937303"/>
        <a:ext cx="3015565" cy="41394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574194-95C8-4E5D-AA66-4908825CD7BA}" type="datetimeFigureOut">
              <a:rPr lang="en-IN" smtClean="0"/>
              <a:t>17-01-2025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B143F-D9D7-4148-BDBA-07BB93F89F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082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https://psycnet.apa.org/record/2006-05322-016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75CB7-B4D2-4878-A247-B34648D88C5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733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75CB7-B4D2-4878-A247-B34648D88C5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82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75CB7-B4D2-4878-A247-B34648D88C5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40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B143F-D9D7-4148-BDBA-07BB93F89FA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729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B143F-D9D7-4148-BDBA-07BB93F89FA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863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7 - Strongly agree</a:t>
            </a:r>
          </a:p>
          <a:p>
            <a:r>
              <a:rPr lang="en-US" dirty="0"/>
              <a:t>• 6 - Agree</a:t>
            </a:r>
          </a:p>
          <a:p>
            <a:r>
              <a:rPr lang="en-US" dirty="0"/>
              <a:t>• 5 - Slightly agree</a:t>
            </a:r>
          </a:p>
          <a:p>
            <a:r>
              <a:rPr lang="en-US" dirty="0"/>
              <a:t>• 4 - Neither agree nor disagree</a:t>
            </a:r>
          </a:p>
          <a:p>
            <a:r>
              <a:rPr lang="en-US" dirty="0"/>
              <a:t>• 3 - Slightly disagree</a:t>
            </a:r>
          </a:p>
          <a:p>
            <a:r>
              <a:rPr lang="en-US" dirty="0"/>
              <a:t>• 2 - Disagree</a:t>
            </a:r>
          </a:p>
          <a:p>
            <a:r>
              <a:rPr lang="en-US" dirty="0"/>
              <a:t>• 1 - Strongly disagree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B143F-D9D7-4148-BDBA-07BB93F89FA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1066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Spontaneous reflections of pleasant and unpleasant feelings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B143F-D9D7-4148-BDBA-07BB93F89FA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464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917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92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452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501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949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596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090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62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1/17/2025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271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6023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260453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99428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220753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53959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1292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055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558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thrivetraining.pro.viasurvey.org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6B72A-7806-D3C7-B685-2203F5C0A4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Classification and measures of strengths and Positive outcomes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A1609B-910B-D589-A991-1F79021EED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Rucha Sarwate </a:t>
            </a:r>
          </a:p>
        </p:txBody>
      </p:sp>
    </p:spTree>
    <p:extLst>
      <p:ext uri="{BB962C8B-B14F-4D97-AF65-F5344CB8AC3E}">
        <p14:creationId xmlns:p14="http://schemas.microsoft.com/office/powerpoint/2010/main" val="2492245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19138-B4F8-BDCF-DBD4-4D12700D3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EB270-DFF8-6DE8-66FA-79A8F4260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sz="2400" dirty="0"/>
              <a:t>Karl Menninger (1893-1990) attempted to change the view of diagnostic systems from the state of sickness to a </a:t>
            </a:r>
            <a:r>
              <a:rPr lang="en-IN" sz="2400" b="1" dirty="0"/>
              <a:t>process that results from unmet needs</a:t>
            </a:r>
            <a:r>
              <a:rPr lang="en-IN" sz="2400" dirty="0"/>
              <a:t>.</a:t>
            </a:r>
          </a:p>
          <a:p>
            <a:r>
              <a:rPr lang="en-IN" sz="2400" dirty="0"/>
              <a:t>Emphasised the Sublime expressions of human instinct: hope, faith love</a:t>
            </a:r>
          </a:p>
          <a:p>
            <a:r>
              <a:rPr lang="en-IN" sz="2400" dirty="0"/>
              <a:t>Human strengths:</a:t>
            </a:r>
          </a:p>
          <a:p>
            <a:pPr lvl="1"/>
            <a:r>
              <a:rPr lang="en-IN" sz="2000" dirty="0"/>
              <a:t>Capacity for feeling, thinking and behaving in a way that allows optimal functioning in the pursuit of valued outcomes (Linley and Harrington, 2006)</a:t>
            </a:r>
          </a:p>
          <a:p>
            <a:r>
              <a:rPr lang="en-IN" sz="2400" dirty="0"/>
              <a:t>The earliest attempt to define a set of virtues: by Confucius (500 B.C.)</a:t>
            </a:r>
          </a:p>
          <a:p>
            <a:r>
              <a:rPr lang="en-IN" sz="2400" dirty="0"/>
              <a:t>At present, three classification systems for strengths or positive outcomes are present:</a:t>
            </a:r>
          </a:p>
          <a:p>
            <a:pPr lvl="1"/>
            <a:r>
              <a:rPr lang="en-IN" sz="2000" dirty="0"/>
              <a:t>The Gallup themes of Talent</a:t>
            </a:r>
          </a:p>
          <a:p>
            <a:pPr lvl="1"/>
            <a:r>
              <a:rPr lang="en-IN" sz="2000" dirty="0"/>
              <a:t>The Values in Action (VIA) classification of strength</a:t>
            </a:r>
          </a:p>
          <a:p>
            <a:pPr lvl="1"/>
            <a:r>
              <a:rPr lang="en-IN" sz="2000" dirty="0"/>
              <a:t>The Search Institute’s 40 developmental assets</a:t>
            </a:r>
            <a:r>
              <a:rPr lang="en-IN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59646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F8929-31F7-F6D1-A8AF-2873C53AB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Gallup’s Clifton Strengths finder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B081D-4140-57A0-B7CE-536306EA9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Studied Success across business and education domains</a:t>
            </a:r>
          </a:p>
          <a:p>
            <a:r>
              <a:rPr lang="en-IN" dirty="0"/>
              <a:t>Operationalization of talent</a:t>
            </a:r>
          </a:p>
          <a:p>
            <a:pPr lvl="1"/>
            <a:r>
              <a:rPr lang="en-IN" dirty="0"/>
              <a:t>Naturally recurring patterns of thoughts, feelings and behaviours that can be productively applied and manifested in life experiences by yearnings, rapid learning, satisfaction and timelessness</a:t>
            </a:r>
          </a:p>
          <a:p>
            <a:pPr lvl="1"/>
            <a:r>
              <a:rPr lang="en-IN" dirty="0"/>
              <a:t>Product of normal, healthy development and successful childhood and adolescent experiences </a:t>
            </a:r>
          </a:p>
          <a:p>
            <a:pPr lvl="1"/>
            <a:r>
              <a:rPr lang="en-IN" dirty="0"/>
              <a:t>Strengths: extensions of talent. Combination of talent (more like a trait) with associated knowledge and skills </a:t>
            </a:r>
          </a:p>
          <a:p>
            <a:pPr lvl="2"/>
            <a:r>
              <a:rPr lang="en-IN" dirty="0"/>
              <a:t>It is the ability to provide consistent, near-perfect performance in a specific task</a:t>
            </a:r>
          </a:p>
          <a:p>
            <a:pPr lvl="1"/>
            <a:r>
              <a:rPr lang="en-IN" dirty="0"/>
              <a:t>Clifton created empirically based semi-structured interviews for identifying talents </a:t>
            </a:r>
          </a:p>
          <a:p>
            <a:pPr lvl="1"/>
            <a:r>
              <a:rPr lang="en-IN" dirty="0" err="1"/>
              <a:t>Craeted</a:t>
            </a:r>
            <a:r>
              <a:rPr lang="en-IN" dirty="0"/>
              <a:t> more objective measure of talents in mid-1990s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914400" lvl="2" indent="0">
              <a:buNone/>
            </a:pPr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1999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88E23-C96E-800D-CDB3-187B15652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F5C85FD-D057-00C6-52AD-D327A2F9BD8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9318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6DDF3-E0E6-0962-FF42-EEB500578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7320"/>
          </a:xfrm>
        </p:spPr>
        <p:txBody>
          <a:bodyPr>
            <a:normAutofit fontScale="90000"/>
          </a:bodyPr>
          <a:lstStyle/>
          <a:p>
            <a:r>
              <a:rPr lang="en-IN" dirty="0"/>
              <a:t>The 34 Clifton StrengthsFinder themes</a:t>
            </a:r>
          </a:p>
        </p:txBody>
      </p:sp>
      <p:pic>
        <p:nvPicPr>
          <p:cNvPr id="1028" name="Picture 4" descr="ഫോട്ടോയുടെ വിവരണം ലഭ്യമല്ല.">
            <a:extLst>
              <a:ext uri="{FF2B5EF4-FFF2-40B4-BE49-F238E27FC236}">
                <a16:creationId xmlns:a16="http://schemas.microsoft.com/office/drawing/2014/main" id="{12F068A7-5C46-D566-A3FF-B7F742C3E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4228" y="1569028"/>
            <a:ext cx="7117772" cy="5288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95725B6-06E6-7B80-218E-740C81682B97}"/>
              </a:ext>
            </a:extLst>
          </p:cNvPr>
          <p:cNvGraphicFramePr/>
          <p:nvPr/>
        </p:nvGraphicFramePr>
        <p:xfrm>
          <a:off x="155863" y="1569028"/>
          <a:ext cx="4478481" cy="52889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29951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46FA6-D97D-2956-5B5A-668055043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Character strength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6A0BF-A0C1-8C76-077F-7BD36E6D0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Positive traits reflected in thoughts, feelings and behaviours</a:t>
            </a:r>
          </a:p>
          <a:p>
            <a:r>
              <a:rPr lang="en-IN" dirty="0"/>
              <a:t>Exist in degrees</a:t>
            </a:r>
          </a:p>
          <a:p>
            <a:r>
              <a:rPr lang="en-IN" dirty="0"/>
              <a:t>Can be measured as individual differences</a:t>
            </a:r>
          </a:p>
          <a:p>
            <a:r>
              <a:rPr lang="en-IN" dirty="0"/>
              <a:t>Biologically grounded </a:t>
            </a:r>
          </a:p>
          <a:p>
            <a:r>
              <a:rPr lang="en-IN" dirty="0"/>
              <a:t>Selected through the process of evaluation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437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06039-1ECE-CE33-8B75-153AA7C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Values in action (VIA)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CE0CD-F276-0908-0FC3-B35E3042F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21" y="1545021"/>
            <a:ext cx="10289627" cy="5402317"/>
          </a:xfrm>
        </p:spPr>
        <p:txBody>
          <a:bodyPr>
            <a:normAutofit/>
          </a:bodyPr>
          <a:lstStyle/>
          <a:p>
            <a:r>
              <a:rPr lang="en-IN" dirty="0"/>
              <a:t>Serves as antithesis of the DSM</a:t>
            </a:r>
          </a:p>
          <a:p>
            <a:r>
              <a:rPr lang="en-IN" dirty="0"/>
              <a:t>Encourages more strength-based approach to diagnosis </a:t>
            </a:r>
          </a:p>
          <a:p>
            <a:r>
              <a:rPr lang="en-IN" dirty="0"/>
              <a:t>Answered two basic questions:</a:t>
            </a:r>
          </a:p>
          <a:p>
            <a:pPr lvl="1"/>
            <a:r>
              <a:rPr lang="en-IN" dirty="0"/>
              <a:t>How can one define the concepts of strength and highest potential</a:t>
            </a:r>
          </a:p>
          <a:p>
            <a:pPr lvl="1"/>
            <a:r>
              <a:rPr lang="en-IN" dirty="0"/>
              <a:t>How we can tell if positive youth development has succeeded in meeting the goals</a:t>
            </a:r>
          </a:p>
          <a:p>
            <a:r>
              <a:rPr lang="en-IN" dirty="0"/>
              <a:t>Identified 6 virtues and 24 strengths of character</a:t>
            </a:r>
          </a:p>
          <a:p>
            <a:r>
              <a:rPr lang="en-IN" dirty="0"/>
              <a:t>Virtues</a:t>
            </a:r>
            <a:r>
              <a:rPr lang="en-US" dirty="0"/>
              <a:t> are core characteristics valued by moral philosophers, religious thinkers, everyday folks,</a:t>
            </a:r>
            <a:r>
              <a:rPr lang="en-IN" dirty="0"/>
              <a:t> etc. </a:t>
            </a:r>
          </a:p>
          <a:p>
            <a:r>
              <a:rPr lang="en-IN" dirty="0"/>
              <a:t>Disposition to act, feel and desire</a:t>
            </a:r>
          </a:p>
          <a:p>
            <a:r>
              <a:rPr lang="en-IN" dirty="0"/>
              <a:t>Leads to recognisable human excellence /instance of human flourishing </a:t>
            </a:r>
          </a:p>
          <a:p>
            <a:r>
              <a:rPr lang="en-IN" dirty="0"/>
              <a:t>Character strengths: Family of positive traits: related synonyms, have subtle connotations</a:t>
            </a:r>
          </a:p>
          <a:p>
            <a:r>
              <a:rPr lang="en-IN" dirty="0"/>
              <a:t>More intentional than automatic, </a:t>
            </a:r>
          </a:p>
          <a:p>
            <a:r>
              <a:rPr lang="en-IN" dirty="0"/>
              <a:t>Involves choosing virtues for itself </a:t>
            </a:r>
          </a:p>
          <a:p>
            <a:r>
              <a:rPr lang="en-IN" dirty="0">
                <a:hlinkClick r:id="rId2"/>
              </a:rPr>
              <a:t>http://thrivetraining.pro.viasurvey.org/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7504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3A656-2BF6-5FC8-84C3-B36810AF4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47" y="0"/>
            <a:ext cx="8596668" cy="1320800"/>
          </a:xfrm>
        </p:spPr>
        <p:txBody>
          <a:bodyPr/>
          <a:lstStyle/>
          <a:p>
            <a:r>
              <a:rPr lang="en-IN" dirty="0"/>
              <a:t>Criteria for a character strength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C455C-8EBD-5A36-1BB6-4B30E513C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025" y="1185864"/>
            <a:ext cx="11244263" cy="535781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1</a:t>
            </a:r>
            <a:r>
              <a:rPr lang="en-US" sz="2100" dirty="0"/>
              <a:t>. Ubiquity (commonness) —is widely recognized across cultures.</a:t>
            </a:r>
          </a:p>
          <a:p>
            <a:pPr marL="0" indent="0">
              <a:buNone/>
            </a:pPr>
            <a:r>
              <a:rPr lang="en-US" sz="2100" dirty="0"/>
              <a:t>2. Fulfilling—contributes to individual fulfillment, satisfaction, and happiness broadly construed.</a:t>
            </a:r>
          </a:p>
          <a:p>
            <a:pPr marL="0" indent="0">
              <a:buNone/>
            </a:pPr>
            <a:r>
              <a:rPr lang="en-US" sz="2100" dirty="0"/>
              <a:t>3. Morally valued—is valued in its own right and not for tangible outcomes it may produce.</a:t>
            </a:r>
          </a:p>
          <a:p>
            <a:pPr marL="0" indent="0">
              <a:buNone/>
            </a:pPr>
            <a:r>
              <a:rPr lang="en-US" sz="2100" dirty="0"/>
              <a:t>4. Does not diminish others—elevates others who witness it, producing admiration, not jealousy.</a:t>
            </a:r>
          </a:p>
          <a:p>
            <a:pPr marL="0" indent="0">
              <a:buNone/>
            </a:pPr>
            <a:r>
              <a:rPr lang="en-US" sz="2100" dirty="0"/>
              <a:t>5. Nonfelicitous opposite—has obvious antonyms that are “negative.”</a:t>
            </a:r>
          </a:p>
          <a:p>
            <a:pPr marL="0" indent="0">
              <a:buNone/>
            </a:pPr>
            <a:r>
              <a:rPr lang="en-US" sz="2100" dirty="0"/>
              <a:t>6. Trait like—is an individual difference with demonstrable generality and stability.</a:t>
            </a:r>
          </a:p>
          <a:p>
            <a:pPr marL="0" indent="0">
              <a:buNone/>
            </a:pPr>
            <a:r>
              <a:rPr lang="en-US" sz="2100" dirty="0"/>
              <a:t>7. Measurable—has been successfully measured by researchers as an individual difference.</a:t>
            </a:r>
          </a:p>
          <a:p>
            <a:pPr marL="0" indent="0">
              <a:buNone/>
            </a:pPr>
            <a:r>
              <a:rPr lang="en-US" sz="2100" dirty="0"/>
              <a:t>8. Distinctiveness—is not redundant (conceptually or empirically) with other character strengths.</a:t>
            </a:r>
          </a:p>
          <a:p>
            <a:pPr marL="0" indent="0">
              <a:buNone/>
            </a:pPr>
            <a:r>
              <a:rPr lang="en-US" sz="2100" dirty="0"/>
              <a:t>9. Paragons—is strikingly embodied in some individuals.</a:t>
            </a:r>
          </a:p>
          <a:p>
            <a:pPr marL="0" indent="0">
              <a:buNone/>
            </a:pPr>
            <a:r>
              <a:rPr lang="en-US" sz="2100" dirty="0"/>
              <a:t>10. Prodigies—is precociously shown by some children or youth.</a:t>
            </a:r>
          </a:p>
          <a:p>
            <a:pPr marL="0" indent="0">
              <a:buNone/>
            </a:pPr>
            <a:r>
              <a:rPr lang="en-US" sz="2100" dirty="0"/>
              <a:t>11. Selective absence—is missing altogether in some individuals.</a:t>
            </a:r>
          </a:p>
          <a:p>
            <a:pPr marL="0" indent="0">
              <a:buNone/>
            </a:pPr>
            <a:r>
              <a:rPr lang="en-US" sz="2100" dirty="0"/>
              <a:t>12. Institutions—is the deliberate target of societal practices and rituals that try to cultivate it.</a:t>
            </a:r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val="3567887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9EF83DE-96D8-9258-806E-769525808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5341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9BDD3-DB2F-E6E6-7A37-D0196FBA2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VIA- IS (inventory of strengths)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D2E91-DEC4-D8D6-AC93-9027BB2CC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Set of statements reflecting each strength</a:t>
            </a:r>
          </a:p>
          <a:p>
            <a:r>
              <a:rPr lang="en-IN" dirty="0"/>
              <a:t>An individual is asked to report the degree to which statements apply to themselves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6662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EFF05-F8A8-A5D3-732E-0E1831891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SEARCH Institute’s 40 developmental assets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8636E-2055-55C2-5DA1-F73A255BF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Developed during the 1980s</a:t>
            </a:r>
          </a:p>
          <a:p>
            <a:r>
              <a:rPr lang="en-IN" dirty="0"/>
              <a:t>Tried to answer the question: What protects children from today’s problems?</a:t>
            </a:r>
          </a:p>
          <a:p>
            <a:r>
              <a:rPr lang="en-IN" dirty="0"/>
              <a:t>Considers internal and external variables that contribute to a child’s thriving</a:t>
            </a:r>
          </a:p>
          <a:p>
            <a:r>
              <a:rPr lang="en-IN" dirty="0"/>
              <a:t>Commonsense, positive experiences and qualities</a:t>
            </a:r>
          </a:p>
          <a:p>
            <a:r>
              <a:rPr lang="en-IN" dirty="0"/>
              <a:t>Reflects primary contributors to the thriving of young people</a:t>
            </a:r>
          </a:p>
          <a:p>
            <a:r>
              <a:rPr lang="en-US" dirty="0"/>
              <a:t>40 positive supports and strengths that young people need to succeed. </a:t>
            </a:r>
          </a:p>
          <a:p>
            <a:r>
              <a:rPr lang="en-US" dirty="0"/>
              <a:t>Half of the assets are external, focusing on the relationships and opportunities they need in their families, schools, and communities. </a:t>
            </a:r>
          </a:p>
          <a:p>
            <a:r>
              <a:rPr lang="en-US" dirty="0"/>
              <a:t>The other half are internal, focusing on the social-emotional strengths, values, and commitments that are nurtured within young people.</a:t>
            </a:r>
            <a:endParaRPr lang="en-IN" dirty="0"/>
          </a:p>
          <a:p>
            <a:r>
              <a:rPr lang="en-IN" dirty="0"/>
              <a:t>Categorizes assets according to external and internal assets</a:t>
            </a:r>
          </a:p>
          <a:p>
            <a:r>
              <a:rPr lang="en-IN" dirty="0"/>
              <a:t> external: positive experiences that children and youth gain through interactions with people and institutions</a:t>
            </a:r>
          </a:p>
          <a:p>
            <a:r>
              <a:rPr lang="en-IN" dirty="0"/>
              <a:t>Internal: personal characteristics and behaviours that stimulate the positive development of young people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555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590F1-F9A2-9369-A5C0-D7FB91851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AB7A8-97D2-4719-28A3-45EAA1601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74151"/>
                </a:solidFill>
                <a:effectLst/>
                <a:latin typeface="Work Sans" pitchFamily="2" charset="0"/>
              </a:rPr>
              <a:t>When young people have more Developmental Assets they are more likely to thrive now and in the future, less likely to engage in a wide range of high-risk behaviours, and more likely to be resilient in the face of challenges.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7750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ECE3A-CDBA-DA9C-2DB2-844493A79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688" y="568036"/>
            <a:ext cx="8596668" cy="1320800"/>
          </a:xfrm>
        </p:spPr>
        <p:txBody>
          <a:bodyPr/>
          <a:lstStyle/>
          <a:p>
            <a:r>
              <a:rPr lang="en-IN" dirty="0"/>
              <a:t>Satisfaction with life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69383-C910-46CE-A633-321DF177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Indicate your agreement for each statement on the scale of 1-7</a:t>
            </a:r>
          </a:p>
          <a:p>
            <a:r>
              <a:rPr lang="en-US" dirty="0"/>
              <a:t>____ In most ways my life is close to my ideal.</a:t>
            </a:r>
          </a:p>
          <a:p>
            <a:r>
              <a:rPr lang="en-US" dirty="0"/>
              <a:t>____ The conditions of my life are excellent.</a:t>
            </a:r>
          </a:p>
          <a:p>
            <a:r>
              <a:rPr lang="en-US" dirty="0"/>
              <a:t>____ I am satisfied with my life.</a:t>
            </a:r>
          </a:p>
          <a:p>
            <a:r>
              <a:rPr lang="en-US" dirty="0"/>
              <a:t>____ So far I have gotten the important things I want in life.</a:t>
            </a:r>
          </a:p>
          <a:p>
            <a:r>
              <a:rPr lang="en-US" dirty="0"/>
              <a:t>____ If I could live my life over, I would change almost nothing.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45129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EEA45-59FD-1260-266C-D34F40472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C495E-1D11-18EA-F3AA-7308A2EB0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31 - 35 Extremely satisfied</a:t>
            </a:r>
          </a:p>
          <a:p>
            <a:r>
              <a:rPr lang="en-IN" dirty="0"/>
              <a:t> 26 - 30 Satisfied</a:t>
            </a:r>
          </a:p>
          <a:p>
            <a:r>
              <a:rPr lang="en-IN" dirty="0"/>
              <a:t>21 - 25 Slightly satisfied</a:t>
            </a:r>
          </a:p>
          <a:p>
            <a:r>
              <a:rPr lang="en-IN" dirty="0"/>
              <a:t>20 Neutral</a:t>
            </a:r>
          </a:p>
          <a:p>
            <a:r>
              <a:rPr lang="en-IN" dirty="0"/>
              <a:t>15 - 19 Slightly dissatisfied</a:t>
            </a:r>
          </a:p>
          <a:p>
            <a:r>
              <a:rPr lang="en-IN" dirty="0"/>
              <a:t>10 - 14 Dissatisfied</a:t>
            </a:r>
          </a:p>
          <a:p>
            <a:r>
              <a:rPr lang="en-IN" dirty="0"/>
              <a:t>5 - 9 Extremely dissatisfied</a:t>
            </a:r>
          </a:p>
        </p:txBody>
      </p:sp>
    </p:spTree>
    <p:extLst>
      <p:ext uri="{BB962C8B-B14F-4D97-AF65-F5344CB8AC3E}">
        <p14:creationId xmlns:p14="http://schemas.microsoft.com/office/powerpoint/2010/main" val="1140805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35271-5FED-7D96-BB9E-B387A7378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Dimensions of well- being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BA92A7-F862-65B9-6ADD-33D03AEA89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6985643"/>
              </p:ext>
            </p:extLst>
          </p:nvPr>
        </p:nvGraphicFramePr>
        <p:xfrm>
          <a:off x="677334" y="2160589"/>
          <a:ext cx="10905066" cy="38828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22753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A4E51-345D-FF14-6EAA-DDF3C9A78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A0120-BD9A-E27F-C080-BFCC5969C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Both subjective (emotional well-being) and objective (psychological and social well-being) descriptions together reflect a better way to describe mental health</a:t>
            </a:r>
          </a:p>
          <a:p>
            <a:r>
              <a:rPr lang="en-IN" dirty="0"/>
              <a:t>Emotional well-being: Studies have shown that emotional well-being consists of perceptions of avowed happiness and satisfaction with life, along with the balance of positive and negative affect</a:t>
            </a:r>
          </a:p>
          <a:p>
            <a:r>
              <a:rPr lang="en-IN" dirty="0"/>
              <a:t>Objective well-being </a:t>
            </a:r>
          </a:p>
          <a:p>
            <a:pPr lvl="1"/>
            <a:r>
              <a:rPr lang="en-IN" dirty="0"/>
              <a:t>Psychological (</a:t>
            </a:r>
            <a:r>
              <a:rPr lang="en-IN" dirty="0" err="1"/>
              <a:t>Ryff</a:t>
            </a:r>
            <a:r>
              <a:rPr lang="en-IN" dirty="0"/>
              <a:t>): Well-being is a multidimensional model with six independent dimensions </a:t>
            </a:r>
          </a:p>
          <a:p>
            <a:pPr lvl="1"/>
            <a:r>
              <a:rPr lang="en-IN" dirty="0"/>
              <a:t>Social: (Keyes): coherence, integration, actualization, contribution, acceptance </a:t>
            </a:r>
          </a:p>
          <a:p>
            <a:r>
              <a:rPr lang="en-IN" dirty="0"/>
              <a:t>Individuals with high levels of all three aspects are described as </a:t>
            </a:r>
            <a:r>
              <a:rPr lang="en-IN" b="1" dirty="0"/>
              <a:t>flourishing</a:t>
            </a:r>
          </a:p>
          <a:p>
            <a:r>
              <a:rPr lang="en-IN" b="1" dirty="0"/>
              <a:t>Languishing (</a:t>
            </a:r>
            <a:r>
              <a:rPr lang="en-IN" dirty="0"/>
              <a:t>no mental Illness, but low levels of well- being)</a:t>
            </a:r>
          </a:p>
          <a:p>
            <a:r>
              <a:rPr lang="en-IN" b="1" dirty="0"/>
              <a:t>Role of intervention  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1119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8FBC-2F54-856D-D741-E64FE7EC9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Elements of well- being 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624A76D-95F1-CC2B-E613-994080687F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3151073"/>
              </p:ext>
            </p:extLst>
          </p:nvPr>
        </p:nvGraphicFramePr>
        <p:xfrm>
          <a:off x="0" y="1749973"/>
          <a:ext cx="9897242" cy="5108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1440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32810-2686-EFD4-0B37-60A3320ED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Reflections: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1A109-95BF-C7ED-7AAB-0AA6AC1B1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251" y="1635072"/>
            <a:ext cx="8596668" cy="3880773"/>
          </a:xfrm>
        </p:spPr>
        <p:txBody>
          <a:bodyPr/>
          <a:lstStyle/>
          <a:p>
            <a:r>
              <a:rPr lang="en-IN" dirty="0"/>
              <a:t>Eudemonia</a:t>
            </a:r>
            <a:r>
              <a:rPr lang="en-US" dirty="0"/>
              <a:t> is the condition of humans flourishing or living well; happiness is not an eventual </a:t>
            </a:r>
            <a:r>
              <a:rPr lang="en-US" i="1" dirty="0"/>
              <a:t>consequence </a:t>
            </a:r>
            <a:r>
              <a:rPr lang="en-US" dirty="0"/>
              <a:t>of virtuous actions but is </a:t>
            </a:r>
            <a:r>
              <a:rPr lang="en-US" i="1" dirty="0"/>
              <a:t>inherent </a:t>
            </a:r>
            <a:r>
              <a:rPr lang="en-US" dirty="0"/>
              <a:t>in such actions. </a:t>
            </a:r>
          </a:p>
          <a:p>
            <a:r>
              <a:rPr lang="en-US" dirty="0"/>
              <a:t>Life satisfaction is the property of the life lived well by certain strengths of character</a:t>
            </a:r>
          </a:p>
          <a:p>
            <a:r>
              <a:rPr lang="en-US" dirty="0"/>
              <a:t>Targeting character strengths </a:t>
            </a:r>
          </a:p>
          <a:p>
            <a:endParaRPr lang="en-IN" dirty="0"/>
          </a:p>
        </p:txBody>
      </p:sp>
      <p:pic>
        <p:nvPicPr>
          <p:cNvPr id="2052" name="Picture 4" descr="What is a better definition for eudaemonia? - Quora">
            <a:extLst>
              <a:ext uri="{FF2B5EF4-FFF2-40B4-BE49-F238E27FC236}">
                <a16:creationId xmlns:a16="http://schemas.microsoft.com/office/drawing/2014/main" id="{B9766BBA-C56E-DF23-DB7E-662FB269D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376" y="3783724"/>
            <a:ext cx="8214418" cy="2981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28751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847</TotalTime>
  <Words>1313</Words>
  <Application>Microsoft Office PowerPoint</Application>
  <PresentationFormat>Widescreen</PresentationFormat>
  <Paragraphs>157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Trebuchet MS</vt:lpstr>
      <vt:lpstr>Wingdings 3</vt:lpstr>
      <vt:lpstr>Work Sans</vt:lpstr>
      <vt:lpstr>Facet</vt:lpstr>
      <vt:lpstr>Classification and measures of strengths and Positive outcomes </vt:lpstr>
      <vt:lpstr>Background</vt:lpstr>
      <vt:lpstr>Gallup’s Clifton Strengths finder </vt:lpstr>
      <vt:lpstr>PowerPoint Presentation</vt:lpstr>
      <vt:lpstr>The 34 Clifton StrengthsFinder themes</vt:lpstr>
      <vt:lpstr>Character strength</vt:lpstr>
      <vt:lpstr>Values in action (VIA)</vt:lpstr>
      <vt:lpstr>Criteria for a character strength </vt:lpstr>
      <vt:lpstr>PowerPoint Presentation</vt:lpstr>
      <vt:lpstr>VIA- IS (inventory of strengths)</vt:lpstr>
      <vt:lpstr>The SEARCH Institute’s 40 developmental assets  </vt:lpstr>
      <vt:lpstr>PowerPoint Presentation</vt:lpstr>
      <vt:lpstr>Satisfaction with life scale</vt:lpstr>
      <vt:lpstr>Scoring</vt:lpstr>
      <vt:lpstr>Dimensions of well- being </vt:lpstr>
      <vt:lpstr>PowerPoint Presentation</vt:lpstr>
      <vt:lpstr>Elements of well- being </vt:lpstr>
      <vt:lpstr>Reflections: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Strengths of character and well-being</dc:title>
  <dc:creator>Maitreya Sarwate</dc:creator>
  <cp:lastModifiedBy>Maitreya Sarwate</cp:lastModifiedBy>
  <cp:revision>14</cp:revision>
  <dcterms:created xsi:type="dcterms:W3CDTF">2023-01-16T00:36:26Z</dcterms:created>
  <dcterms:modified xsi:type="dcterms:W3CDTF">2025-01-17T01:58:32Z</dcterms:modified>
</cp:coreProperties>
</file>